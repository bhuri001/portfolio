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33" r:id="rId1"/>
  </p:sldMasterIdLst>
  <p:notesMasterIdLst>
    <p:notesMasterId r:id="rId21"/>
  </p:notesMasterIdLst>
  <p:sldIdLst>
    <p:sldId id="256" r:id="rId2"/>
    <p:sldId id="257" r:id="rId3"/>
    <p:sldId id="267" r:id="rId4"/>
    <p:sldId id="259" r:id="rId5"/>
    <p:sldId id="260" r:id="rId6"/>
    <p:sldId id="262" r:id="rId7"/>
    <p:sldId id="268" r:id="rId8"/>
    <p:sldId id="269" r:id="rId9"/>
    <p:sldId id="270" r:id="rId10"/>
    <p:sldId id="271" r:id="rId11"/>
    <p:sldId id="276" r:id="rId12"/>
    <p:sldId id="277" r:id="rId13"/>
    <p:sldId id="280" r:id="rId14"/>
    <p:sldId id="281" r:id="rId15"/>
    <p:sldId id="263" r:id="rId16"/>
    <p:sldId id="272" r:id="rId17"/>
    <p:sldId id="273" r:id="rId18"/>
    <p:sldId id="275" r:id="rId19"/>
    <p:sldId id="274" r:id="rId20"/>
  </p:sldIdLst>
  <p:sldSz cx="9144000" cy="6858000" type="screen4x3"/>
  <p:notesSz cx="9144000" cy="6858000"/>
  <p:embeddedFontLst>
    <p:embeddedFont>
      <p:font typeface="Arimo" panose="020B0604020202020204" charset="0"/>
      <p:regular r:id="rId22"/>
      <p:bold r:id="rId23"/>
      <p:italic r:id="rId24"/>
      <p:boldItalic r:id="rId25"/>
    </p:embeddedFont>
    <p:embeddedFont>
      <p:font typeface="Calibri" panose="020F0502020204030204" pitchFamily="34" charset="0"/>
      <p:regular r:id="rId26"/>
      <p:bold r:id="rId27"/>
      <p:italic r:id="rId28"/>
      <p:boldItalic r:id="rId29"/>
    </p:embeddedFont>
    <p:embeddedFont>
      <p:font typeface="Corbel" panose="020B0503020204020204"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mraj Patel" initials="HP" lastIdx="1" clrIdx="0">
    <p:extLst>
      <p:ext uri="{19B8F6BF-5375-455C-9EA6-DF929625EA0E}">
        <p15:presenceInfo xmlns:p15="http://schemas.microsoft.com/office/powerpoint/2012/main" userId="046cd6598c04cad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1330" y="6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21" Type="http://schemas.openxmlformats.org/officeDocument/2006/relationships/notesMaster" Target="notesMasters/notesMaster1.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p:nvPr/>
        </p:nvSpPr>
        <p:spPr>
          <a:xfrm>
            <a:off x="0" y="0"/>
            <a:ext cx="9144000" cy="6858000"/>
          </a:xfrm>
          <a:prstGeom prst="roundRect">
            <a:avLst>
              <a:gd name="adj" fmla="val 5"/>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4" name="Google Shape;4;n"/>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 name="Google Shape;5;n"/>
          <p:cNvSpPr txBox="1">
            <a:spLocks noGrp="1"/>
          </p:cNvSpPr>
          <p:nvPr>
            <p:ph type="body" idx="1"/>
          </p:nvPr>
        </p:nvSpPr>
        <p:spPr>
          <a:xfrm>
            <a:off x="914400" y="3257550"/>
            <a:ext cx="7313612" cy="3084512"/>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1: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466" name="Google Shape;466;p1: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67" name="Google Shape;467;p1: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2: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482" name="Google Shape;482;p2: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83" name="Google Shape;483;p2: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3: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490" name="Google Shape;490;p3: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91" name="Google Shape;491;p3: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8377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4: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497" name="Google Shape;497;p4: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98" name="Google Shape;498;p4: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5: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04" name="Google Shape;504;p5: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05" name="Google Shape;505;p5: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7: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18" name="Google Shape;518;p7: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9" name="Google Shape;519;p7: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7: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18" name="Google Shape;518;p7: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9" name="Google Shape;519;p7: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2678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7: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18" name="Google Shape;518;p7: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9" name="Google Shape;519;p7: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515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7: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18" name="Google Shape;518;p7: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9" name="Google Shape;519;p7: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85274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7: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18" name="Google Shape;518;p7: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9" name="Google Shape;519;p7: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85451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7: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18" name="Google Shape;518;p7: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9" name="Google Shape;519;p7: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9246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7: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18" name="Google Shape;518;p7: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9" name="Google Shape;519;p7: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18405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7: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18" name="Google Shape;518;p7: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9" name="Google Shape;519;p7: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73937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7: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18" name="Google Shape;518;p7: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9" name="Google Shape;519;p7: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6830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8: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25" name="Google Shape;525;p8: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26" name="Google Shape;526;p8: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8: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25" name="Google Shape;525;p8: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26" name="Google Shape;526;p8: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90553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8: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25" name="Google Shape;525;p8: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26" name="Google Shape;526;p8: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62408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8: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25" name="Google Shape;525;p8: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26" name="Google Shape;526;p8: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38739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10:notes"/>
          <p:cNvSpPr txBox="1"/>
          <p:nvPr/>
        </p:nvSpPr>
        <p:spPr>
          <a:xfrm>
            <a:off x="37322125" y="37322125"/>
            <a:ext cx="1587" cy="15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39" name="Google Shape;539;p10:notes"/>
          <p:cNvSpPr txBox="1">
            <a:spLocks noGrp="1"/>
          </p:cNvSpPr>
          <p:nvPr>
            <p:ph type="body" idx="1"/>
          </p:nvPr>
        </p:nvSpPr>
        <p:spPr>
          <a:xfrm>
            <a:off x="914400" y="3257550"/>
            <a:ext cx="7313612" cy="3084512"/>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40" name="Google Shape;540;p10:notes"/>
          <p:cNvSpPr>
            <a:spLocks noGrp="1" noRot="1" noChangeAspect="1"/>
          </p:cNvSpPr>
          <p:nvPr>
            <p:ph type="sldImg" idx="2"/>
          </p:nvPr>
        </p:nvSpPr>
        <p:spPr>
          <a:xfrm>
            <a:off x="0" y="520700"/>
            <a:ext cx="0" cy="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8474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endParaRPr lang="en-IN"/>
          </a:p>
        </p:txBody>
      </p:sp>
      <p:sp>
        <p:nvSpPr>
          <p:cNvPr id="5" name="Footer Placeholder 4"/>
          <p:cNvSpPr>
            <a:spLocks noGrp="1"/>
          </p:cNvSpPr>
          <p:nvPr>
            <p:ph type="ftr" sz="quarter" idx="11"/>
          </p:nvPr>
        </p:nvSpPr>
        <p:spPr>
          <a:xfrm>
            <a:off x="3623733" y="6117336"/>
            <a:ext cx="3609438" cy="365125"/>
          </a:xfrm>
        </p:spPr>
        <p:txBody>
          <a:bodyPr/>
          <a:lstStyle/>
          <a:p>
            <a:endParaRPr lang="en-US" dirty="0"/>
          </a:p>
        </p:txBody>
      </p:sp>
      <p:sp>
        <p:nvSpPr>
          <p:cNvPr id="6" name="Slide Number Placeholder 5"/>
          <p:cNvSpPr>
            <a:spLocks noGrp="1"/>
          </p:cNvSpPr>
          <p:nvPr>
            <p:ph type="sldNum" sz="quarter" idx="12"/>
          </p:nvPr>
        </p:nvSpPr>
        <p:spPr>
          <a:xfrm>
            <a:off x="8275320" y="6117336"/>
            <a:ext cx="411480" cy="365125"/>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150167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endParaRPr lang="en-IN"/>
          </a:p>
        </p:txBody>
      </p:sp>
      <p:sp>
        <p:nvSpPr>
          <p:cNvPr id="5" name="Footer Placeholder 4"/>
          <p:cNvSpPr>
            <a:spLocks noGrp="1"/>
          </p:cNvSpPr>
          <p:nvPr>
            <p:ph type="ftr" sz="quarter" idx="11"/>
          </p:nvPr>
        </p:nvSpPr>
        <p:spPr>
          <a:xfrm>
            <a:off x="1972647" y="6108173"/>
            <a:ext cx="5314517" cy="365125"/>
          </a:xfrm>
        </p:spPr>
        <p:txBody>
          <a:bodyPr/>
          <a:lstStyle/>
          <a:p>
            <a:endParaRPr lang="en-US" dirty="0"/>
          </a:p>
        </p:txBody>
      </p:sp>
      <p:sp>
        <p:nvSpPr>
          <p:cNvPr id="6" name="Slide Number Placeholder 5"/>
          <p:cNvSpPr>
            <a:spLocks noGrp="1"/>
          </p:cNvSpPr>
          <p:nvPr>
            <p:ph type="sldNum" sz="quarter" idx="12"/>
          </p:nvPr>
        </p:nvSpPr>
        <p:spPr>
          <a:xfrm>
            <a:off x="8258967" y="6108173"/>
            <a:ext cx="427833" cy="365125"/>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71858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8273317" y="6116070"/>
            <a:ext cx="413483" cy="365125"/>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12187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18061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89560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55329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22022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356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extLst>
      <p:ext uri="{BB962C8B-B14F-4D97-AF65-F5344CB8AC3E}">
        <p14:creationId xmlns:p14="http://schemas.microsoft.com/office/powerpoint/2010/main" val="141192552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extLst>
      <p:ext uri="{BB962C8B-B14F-4D97-AF65-F5344CB8AC3E}">
        <p14:creationId xmlns:p14="http://schemas.microsoft.com/office/powerpoint/2010/main" val="113865372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extLst>
      <p:ext uri="{BB962C8B-B14F-4D97-AF65-F5344CB8AC3E}">
        <p14:creationId xmlns:p14="http://schemas.microsoft.com/office/powerpoint/2010/main" val="191413462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extLst>
      <p:ext uri="{BB962C8B-B14F-4D97-AF65-F5344CB8AC3E}">
        <p14:creationId xmlns:p14="http://schemas.microsoft.com/office/powerpoint/2010/main" val="3260539043"/>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extLst>
      <p:ext uri="{BB962C8B-B14F-4D97-AF65-F5344CB8AC3E}">
        <p14:creationId xmlns:p14="http://schemas.microsoft.com/office/powerpoint/2010/main" val="2718934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extLst>
      <p:ext uri="{BB962C8B-B14F-4D97-AF65-F5344CB8AC3E}">
        <p14:creationId xmlns:p14="http://schemas.microsoft.com/office/powerpoint/2010/main" val="4014018368"/>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extLst>
      <p:ext uri="{BB962C8B-B14F-4D97-AF65-F5344CB8AC3E}">
        <p14:creationId xmlns:p14="http://schemas.microsoft.com/office/powerpoint/2010/main" val="4100585491"/>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298168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30081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endParaRPr lang="en-IN"/>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extLst>
      <p:ext uri="{BB962C8B-B14F-4D97-AF65-F5344CB8AC3E}">
        <p14:creationId xmlns:p14="http://schemas.microsoft.com/office/powerpoint/2010/main" val="2999670540"/>
      </p:ext>
    </p:extLst>
  </p:cSld>
  <p:clrMap bg1="lt1" tx1="dk1" bg2="lt2" tx2="dk2" accent1="accent1" accent2="accent2" accent3="accent3" accent4="accent4" accent5="accent5" accent6="accent6" hlink="hlink" folHlink="folHlink"/>
  <p:sldLayoutIdLst>
    <p:sldLayoutId id="2147483934"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4" r:id="rId11"/>
    <p:sldLayoutId id="2147483945" r:id="rId12"/>
    <p:sldLayoutId id="2147483946" r:id="rId13"/>
    <p:sldLayoutId id="2147483947" r:id="rId14"/>
    <p:sldLayoutId id="2147483948" r:id="rId15"/>
    <p:sldLayoutId id="2147483949" r:id="rId16"/>
    <p:sldLayoutId id="2147483950" r:id="rId17"/>
  </p:sldLayoutIdLst>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www.xiphiastec.com/"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towardsdatascience.com/hog-histogram-of-oriented-gradients-67ecd887675f"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Shape 468"/>
        <p:cNvGrpSpPr/>
        <p:nvPr/>
      </p:nvGrpSpPr>
      <p:grpSpPr>
        <a:xfrm>
          <a:off x="0" y="0"/>
          <a:ext cx="0" cy="0"/>
          <a:chOff x="0" y="0"/>
          <a:chExt cx="0" cy="0"/>
        </a:xfrm>
      </p:grpSpPr>
      <p:sp>
        <p:nvSpPr>
          <p:cNvPr id="475" name="Google Shape;475;p61"/>
          <p:cNvSpPr txBox="1"/>
          <p:nvPr/>
        </p:nvSpPr>
        <p:spPr>
          <a:xfrm>
            <a:off x="233362" y="1308100"/>
            <a:ext cx="9024937" cy="955675"/>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rgbClr val="FFFFFF"/>
              </a:buClr>
              <a:buSzPts val="2800"/>
              <a:buFont typeface="Calibri"/>
              <a:buNone/>
            </a:pPr>
            <a:r>
              <a:rPr lang="en-US" sz="2800" b="1" i="0" u="none" dirty="0">
                <a:solidFill>
                  <a:srgbClr val="FFFFFF"/>
                </a:solidFill>
                <a:latin typeface="Calibri"/>
                <a:ea typeface="Calibri"/>
                <a:cs typeface="Calibri"/>
                <a:sym typeface="Calibri"/>
              </a:rPr>
              <a:t> </a:t>
            </a:r>
            <a:r>
              <a:rPr lang="en-US" sz="2800" b="1" i="0" u="none" dirty="0">
                <a:solidFill>
                  <a:schemeClr val="dk2"/>
                </a:solidFill>
                <a:latin typeface="Calibri"/>
                <a:ea typeface="Calibri"/>
                <a:cs typeface="Calibri"/>
                <a:sym typeface="Calibri"/>
              </a:rPr>
              <a:t>SILVER OAK COLLEGE OF ENGINEERING &amp; TECHNOLOGY                                                                           </a:t>
            </a:r>
            <a:endParaRPr dirty="0"/>
          </a:p>
          <a:p>
            <a:pPr marL="0" marR="0" lvl="0" indent="0" algn="l" rtl="0">
              <a:lnSpc>
                <a:spcPct val="100000"/>
              </a:lnSpc>
              <a:spcBef>
                <a:spcPts val="0"/>
              </a:spcBef>
              <a:spcAft>
                <a:spcPts val="0"/>
              </a:spcAft>
              <a:buClr>
                <a:srgbClr val="FFFFFF"/>
              </a:buClr>
              <a:buSzPts val="2800"/>
              <a:buFont typeface="Calibri"/>
              <a:buNone/>
            </a:pPr>
            <a:r>
              <a:rPr lang="en-US" sz="2800" b="1" i="0" u="none" dirty="0">
                <a:solidFill>
                  <a:srgbClr val="FFFFFF"/>
                </a:solidFill>
                <a:latin typeface="Calibri"/>
                <a:ea typeface="Calibri"/>
                <a:cs typeface="Calibri"/>
                <a:sym typeface="Calibri"/>
              </a:rPr>
              <a:t>      </a:t>
            </a:r>
            <a:endParaRPr dirty="0"/>
          </a:p>
        </p:txBody>
      </p:sp>
      <p:sp>
        <p:nvSpPr>
          <p:cNvPr id="476" name="Google Shape;476;p61"/>
          <p:cNvSpPr txBox="1"/>
          <p:nvPr/>
        </p:nvSpPr>
        <p:spPr>
          <a:xfrm>
            <a:off x="342900" y="2532062"/>
            <a:ext cx="8915400" cy="1231106"/>
          </a:xfrm>
          <a:prstGeom prst="rect">
            <a:avLst/>
          </a:prstGeom>
          <a:noFill/>
          <a:ln>
            <a:noFill/>
          </a:ln>
        </p:spPr>
        <p:txBody>
          <a:bodyPr spcFirstLastPara="1" wrap="square" lIns="0" tIns="0" rIns="0" bIns="0" anchor="t" anchorCtr="0">
            <a:spAutoFit/>
          </a:bodyPr>
          <a:lstStyle/>
          <a:p>
            <a:pPr marL="12700" marR="0" lvl="0" indent="0" algn="ctr" rtl="0">
              <a:lnSpc>
                <a:spcPct val="100000"/>
              </a:lnSpc>
              <a:spcBef>
                <a:spcPts val="0"/>
              </a:spcBef>
              <a:spcAft>
                <a:spcPts val="0"/>
              </a:spcAft>
              <a:buClr>
                <a:srgbClr val="000000"/>
              </a:buClr>
              <a:buSzPts val="5500"/>
              <a:buFont typeface="Arimo"/>
              <a:buNone/>
            </a:pPr>
            <a:r>
              <a:rPr lang="en-US" sz="4000" dirty="0">
                <a:latin typeface="Arimo"/>
                <a:ea typeface="Arimo"/>
                <a:cs typeface="Arimo"/>
                <a:sym typeface="Arimo"/>
              </a:rPr>
              <a:t>Smart Campus </a:t>
            </a:r>
          </a:p>
          <a:p>
            <a:pPr marL="12700" marR="0" lvl="0" indent="0" algn="ctr" rtl="0">
              <a:lnSpc>
                <a:spcPct val="100000"/>
              </a:lnSpc>
              <a:spcBef>
                <a:spcPts val="0"/>
              </a:spcBef>
              <a:spcAft>
                <a:spcPts val="0"/>
              </a:spcAft>
              <a:buClr>
                <a:srgbClr val="000000"/>
              </a:buClr>
              <a:buSzPts val="5500"/>
              <a:buFont typeface="Arimo"/>
              <a:buNone/>
            </a:pPr>
            <a:r>
              <a:rPr lang="en-US" sz="4000" dirty="0">
                <a:latin typeface="Arimo"/>
                <a:ea typeface="Arimo"/>
                <a:cs typeface="Arimo"/>
                <a:sym typeface="Arimo"/>
              </a:rPr>
              <a:t>(Smart Attendance System)</a:t>
            </a:r>
            <a:endParaRPr sz="4000" dirty="0"/>
          </a:p>
        </p:txBody>
      </p:sp>
      <p:sp>
        <p:nvSpPr>
          <p:cNvPr id="477" name="Google Shape;477;p61"/>
          <p:cNvSpPr txBox="1"/>
          <p:nvPr/>
        </p:nvSpPr>
        <p:spPr>
          <a:xfrm>
            <a:off x="-640081" y="4389436"/>
            <a:ext cx="6629401" cy="2501263"/>
          </a:xfrm>
          <a:prstGeom prst="rect">
            <a:avLst/>
          </a:prstGeom>
          <a:no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None/>
            </a:pPr>
            <a:r>
              <a:rPr lang="en-IN" sz="2800" b="0" i="0" u="none" dirty="0">
                <a:solidFill>
                  <a:srgbClr val="000000"/>
                </a:solidFill>
                <a:latin typeface="Times New Roman"/>
                <a:ea typeface="Times New Roman"/>
                <a:cs typeface="Times New Roman"/>
                <a:sym typeface="Times New Roman"/>
              </a:rPr>
              <a:t>Group Members</a:t>
            </a:r>
          </a:p>
          <a:p>
            <a:pPr marL="1200150" marR="1872615" indent="-285750">
              <a:lnSpc>
                <a:spcPct val="107000"/>
              </a:lnSpc>
              <a:spcAft>
                <a:spcPts val="0"/>
              </a:spcAft>
              <a:buFont typeface="Wingdings" panose="05000000000000000000" pitchFamily="2" charset="2"/>
              <a:buChar char="v"/>
            </a:pPr>
            <a:r>
              <a:rPr lang="en-IN"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Patel Dhruv </a:t>
            </a:r>
            <a:r>
              <a:rPr lang="en-IN" sz="2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Amitbhai</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1200150" marR="1872615" indent="-285750">
              <a:lnSpc>
                <a:spcPct val="107000"/>
              </a:lnSpc>
              <a:spcAft>
                <a:spcPts val="0"/>
              </a:spcAft>
              <a:buFont typeface="Wingdings" panose="05000000000000000000" pitchFamily="2" charset="2"/>
              <a:buChar char="v"/>
            </a:pPr>
            <a:r>
              <a:rPr lang="en-IN"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Patel Dhruv </a:t>
            </a:r>
            <a:r>
              <a:rPr lang="en-IN" sz="2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Balvantbhai</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1200150" marR="1872615" indent="-285750">
              <a:lnSpc>
                <a:spcPct val="107000"/>
              </a:lnSpc>
              <a:spcAft>
                <a:spcPts val="0"/>
              </a:spcAft>
              <a:buFont typeface="Wingdings" panose="05000000000000000000" pitchFamily="2" charset="2"/>
              <a:buChar char="v"/>
            </a:pPr>
            <a:r>
              <a:rPr lang="en-IN"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Patel Harsh</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1200150" marR="1872615" indent="-285750">
              <a:lnSpc>
                <a:spcPct val="107000"/>
              </a:lnSpc>
              <a:spcAft>
                <a:spcPts val="0"/>
              </a:spcAft>
              <a:buFont typeface="Wingdings" panose="05000000000000000000" pitchFamily="2" charset="2"/>
              <a:buChar char="v"/>
            </a:pPr>
            <a:r>
              <a:rPr lang="en-IN"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Patel Hemraj</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1200150" marR="1872615" indent="-285750">
              <a:lnSpc>
                <a:spcPct val="107000"/>
              </a:lnSpc>
              <a:spcAft>
                <a:spcPts val="0"/>
              </a:spcAft>
              <a:buFont typeface="Wingdings" panose="05000000000000000000" pitchFamily="2" charset="2"/>
              <a:buChar char="v"/>
            </a:pPr>
            <a:r>
              <a:rPr lang="en-IN"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Patel </a:t>
            </a:r>
            <a:r>
              <a:rPr lang="en-IN" sz="2400" b="1"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Megh</a:t>
            </a:r>
            <a:endParaRPr sz="2400" b="0" i="0" u="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78" name="Google Shape;478;p61"/>
          <p:cNvSpPr txBox="1"/>
          <p:nvPr/>
        </p:nvSpPr>
        <p:spPr>
          <a:xfrm>
            <a:off x="1319211" y="1959769"/>
            <a:ext cx="6853237" cy="46196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400"/>
              <a:buFont typeface="Calibri"/>
              <a:buNone/>
            </a:pPr>
            <a:r>
              <a:rPr lang="en-US" sz="2400" b="1" i="0" u="none" dirty="0">
                <a:solidFill>
                  <a:schemeClr val="dk1"/>
                </a:solidFill>
                <a:latin typeface="Calibri"/>
                <a:ea typeface="Calibri"/>
                <a:cs typeface="Calibri"/>
                <a:sym typeface="Calibri"/>
              </a:rPr>
              <a:t>DEPARTMENT OF COMPUTER ENGINEERING</a:t>
            </a:r>
            <a:endParaRPr dirty="0"/>
          </a:p>
        </p:txBody>
      </p:sp>
      <p:pic>
        <p:nvPicPr>
          <p:cNvPr id="479" name="Google Shape;479;p61"/>
          <p:cNvPicPr preferRelativeResize="0"/>
          <p:nvPr/>
        </p:nvPicPr>
        <p:blipFill rotWithShape="1">
          <a:blip r:embed="rId3">
            <a:alphaModFix/>
          </a:blip>
          <a:srcRect/>
          <a:stretch/>
        </p:blipFill>
        <p:spPr>
          <a:xfrm>
            <a:off x="2314575" y="73025"/>
            <a:ext cx="4414837" cy="971550"/>
          </a:xfrm>
          <a:prstGeom prst="rect">
            <a:avLst/>
          </a:prstGeom>
          <a:noFill/>
          <a:ln>
            <a:noFill/>
          </a:ln>
        </p:spPr>
      </p:pic>
      <p:sp>
        <p:nvSpPr>
          <p:cNvPr id="4" name="TextBox 3">
            <a:extLst>
              <a:ext uri="{FF2B5EF4-FFF2-40B4-BE49-F238E27FC236}">
                <a16:creationId xmlns:a16="http://schemas.microsoft.com/office/drawing/2014/main" id="{5EC32188-386A-84A0-DE73-D86D71B07245}"/>
              </a:ext>
            </a:extLst>
          </p:cNvPr>
          <p:cNvSpPr txBox="1"/>
          <p:nvPr/>
        </p:nvSpPr>
        <p:spPr>
          <a:xfrm>
            <a:off x="4572000" y="4389436"/>
            <a:ext cx="4309564" cy="830997"/>
          </a:xfrm>
          <a:prstGeom prst="rect">
            <a:avLst/>
          </a:prstGeom>
          <a:noFill/>
        </p:spPr>
        <p:txBody>
          <a:bodyPr wrap="square" rtlCol="0">
            <a:spAutoFit/>
          </a:bodyPr>
          <a:lstStyle/>
          <a:p>
            <a:pPr marL="0" marR="0" lvl="0" indent="0" algn="ctr" rtl="0">
              <a:lnSpc>
                <a:spcPct val="100000"/>
              </a:lnSpc>
              <a:spcBef>
                <a:spcPts val="0"/>
              </a:spcBef>
              <a:spcAft>
                <a:spcPts val="0"/>
              </a:spcAft>
              <a:buNone/>
            </a:pPr>
            <a:r>
              <a:rPr lang="en-IN" sz="2400" dirty="0">
                <a:latin typeface="Times New Roman"/>
                <a:ea typeface="Times New Roman"/>
                <a:cs typeface="Times New Roman"/>
                <a:sym typeface="Times New Roman"/>
              </a:rPr>
              <a:t>Internal Faculty Guide</a:t>
            </a:r>
            <a:endParaRPr lang="en-IN" sz="2400" b="1" dirty="0">
              <a:latin typeface="Times New Roman" panose="02020603050405020304" pitchFamily="18" charset="0"/>
              <a:ea typeface="Calibri" panose="020F0502020204030204" pitchFamily="34" charset="0"/>
              <a:cs typeface="Times New Roman" panose="02020603050405020304" pitchFamily="18" charset="0"/>
              <a:sym typeface="Times New Roman"/>
            </a:endParaRPr>
          </a:p>
          <a:p>
            <a:pPr marL="342900" marR="0" lvl="0" indent="-342900" algn="ctr" rtl="0">
              <a:lnSpc>
                <a:spcPct val="100000"/>
              </a:lnSpc>
              <a:spcBef>
                <a:spcPts val="0"/>
              </a:spcBef>
              <a:spcAft>
                <a:spcPts val="0"/>
              </a:spcAft>
              <a:buFont typeface="Wingdings" panose="05000000000000000000" pitchFamily="2" charset="2"/>
              <a:buChar char="v"/>
            </a:pPr>
            <a:r>
              <a:rPr lang="en-IN" sz="2400" b="1" i="0" u="non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Times New Roman"/>
              </a:rPr>
              <a:t>Rashmi Hirani</a:t>
            </a:r>
            <a:endParaRPr lang="en-IN" sz="2400" b="0" i="0" u="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7" name="Google Shape;487;p62"/>
          <p:cNvSpPr txBox="1"/>
          <p:nvPr/>
        </p:nvSpPr>
        <p:spPr>
          <a:xfrm>
            <a:off x="511175" y="787400"/>
            <a:ext cx="584200" cy="363537"/>
          </a:xfrm>
          <a:prstGeom prst="rect">
            <a:avLst/>
          </a:prstGeom>
          <a:noFill/>
          <a:ln>
            <a:noFill/>
          </a:ln>
        </p:spPr>
        <p:txBody>
          <a:bodyPr spcFirstLastPara="1" wrap="square" lIns="90000" tIns="46800" rIns="90000" bIns="46800" anchor="ctr" anchorCtr="0">
            <a:noAutofit/>
          </a:bodyPr>
          <a:lstStyle/>
          <a:p>
            <a:pPr marL="0" marR="0" lvl="0" indent="0" algn="r" rtl="0">
              <a:lnSpc>
                <a:spcPct val="100000"/>
              </a:lnSpc>
              <a:spcBef>
                <a:spcPts val="0"/>
              </a:spcBef>
              <a:spcAft>
                <a:spcPts val="0"/>
              </a:spcAft>
              <a:buClr>
                <a:srgbClr val="FEFFFF"/>
              </a:buClr>
              <a:buSzPts val="2000"/>
              <a:buFont typeface="Times New Roman"/>
              <a:buNone/>
            </a:pPr>
            <a:endParaRPr dirty="0"/>
          </a:p>
        </p:txBody>
      </p:sp>
      <p:graphicFrame>
        <p:nvGraphicFramePr>
          <p:cNvPr id="2" name="Table 1">
            <a:extLst>
              <a:ext uri="{FF2B5EF4-FFF2-40B4-BE49-F238E27FC236}">
                <a16:creationId xmlns:a16="http://schemas.microsoft.com/office/drawing/2014/main" id="{A0C2D51F-1359-DBB3-A619-8075A1BC5368}"/>
              </a:ext>
            </a:extLst>
          </p:cNvPr>
          <p:cNvGraphicFramePr>
            <a:graphicFrameLocks noGrp="1"/>
          </p:cNvGraphicFramePr>
          <p:nvPr>
            <p:extLst>
              <p:ext uri="{D42A27DB-BD31-4B8C-83A1-F6EECF244321}">
                <p14:modId xmlns:p14="http://schemas.microsoft.com/office/powerpoint/2010/main" val="2136519164"/>
              </p:ext>
            </p:extLst>
          </p:nvPr>
        </p:nvGraphicFramePr>
        <p:xfrm>
          <a:off x="1997937" y="1500188"/>
          <a:ext cx="5148124" cy="3586587"/>
        </p:xfrm>
        <a:graphic>
          <a:graphicData uri="http://schemas.openxmlformats.org/drawingml/2006/table">
            <a:tbl>
              <a:tblPr firstRow="1" firstCol="1" bandRow="1">
                <a:tableStyleId>{5C22544A-7EE6-4342-B048-85BDC9FD1C3A}</a:tableStyleId>
              </a:tblPr>
              <a:tblGrid>
                <a:gridCol w="789225">
                  <a:extLst>
                    <a:ext uri="{9D8B030D-6E8A-4147-A177-3AD203B41FA5}">
                      <a16:colId xmlns:a16="http://schemas.microsoft.com/office/drawing/2014/main" val="1423639427"/>
                    </a:ext>
                  </a:extLst>
                </a:gridCol>
                <a:gridCol w="4358899">
                  <a:extLst>
                    <a:ext uri="{9D8B030D-6E8A-4147-A177-3AD203B41FA5}">
                      <a16:colId xmlns:a16="http://schemas.microsoft.com/office/drawing/2014/main" val="1636758406"/>
                    </a:ext>
                  </a:extLst>
                </a:gridCol>
              </a:tblGrid>
              <a:tr h="302980">
                <a:tc>
                  <a:txBody>
                    <a:bodyPr/>
                    <a:lstStyle/>
                    <a:p>
                      <a:pPr algn="ctr">
                        <a:lnSpc>
                          <a:spcPct val="107000"/>
                        </a:lnSpc>
                      </a:pPr>
                      <a:r>
                        <a:rPr lang="en-IN" sz="1400" dirty="0">
                          <a:effectLst/>
                        </a:rPr>
                        <a:t>SR NO.</a:t>
                      </a:r>
                      <a:endParaRPr lang="en-IN" sz="800" dirty="0">
                        <a:effectLst/>
                        <a:latin typeface="Calibri" panose="020F0502020204030204" pitchFamily="34" charset="0"/>
                        <a:ea typeface="Calibri" panose="020F0502020204030204" pitchFamily="34" charset="0"/>
                      </a:endParaRPr>
                    </a:p>
                  </a:txBody>
                  <a:tcPr marL="46784" marR="46784" marT="0" marB="0"/>
                </a:tc>
                <a:tc>
                  <a:txBody>
                    <a:bodyPr/>
                    <a:lstStyle/>
                    <a:p>
                      <a:pPr algn="ctr">
                        <a:lnSpc>
                          <a:spcPct val="107000"/>
                        </a:lnSpc>
                      </a:pPr>
                      <a:r>
                        <a:rPr lang="en-IN" sz="1400" dirty="0">
                          <a:effectLst/>
                        </a:rPr>
                        <a:t>TITLE</a:t>
                      </a:r>
                      <a:endParaRPr lang="en-IN" sz="800" dirty="0">
                        <a:effectLst/>
                        <a:latin typeface="Calibri" panose="020F0502020204030204" pitchFamily="34" charset="0"/>
                        <a:ea typeface="Calibri" panose="020F0502020204030204" pitchFamily="34" charset="0"/>
                      </a:endParaRPr>
                    </a:p>
                  </a:txBody>
                  <a:tcPr marL="46784" marR="46784" marT="0" marB="0"/>
                </a:tc>
                <a:extLst>
                  <a:ext uri="{0D108BD9-81ED-4DB2-BD59-A6C34878D82A}">
                    <a16:rowId xmlns:a16="http://schemas.microsoft.com/office/drawing/2014/main" val="4258206197"/>
                  </a:ext>
                </a:extLst>
              </a:tr>
              <a:tr h="314425">
                <a:tc>
                  <a:txBody>
                    <a:bodyPr/>
                    <a:lstStyle/>
                    <a:p>
                      <a:pPr marR="490855" algn="r">
                        <a:lnSpc>
                          <a:spcPct val="132000"/>
                        </a:lnSpc>
                        <a:spcBef>
                          <a:spcPts val="430"/>
                        </a:spcBef>
                        <a:spcAft>
                          <a:spcPts val="0"/>
                        </a:spcAft>
                      </a:pPr>
                      <a:endParaRPr lang="en-IN" sz="800" dirty="0">
                        <a:effectLst/>
                        <a:latin typeface="Calibri" panose="020F0502020204030204" pitchFamily="34" charset="0"/>
                        <a:ea typeface="Calibri" panose="020F0502020204030204" pitchFamily="34" charset="0"/>
                      </a:endParaRPr>
                    </a:p>
                  </a:txBody>
                  <a:tcPr marL="46784" marR="46784" marT="0" marB="0"/>
                </a:tc>
                <a:tc>
                  <a:txBody>
                    <a:bodyPr/>
                    <a:lstStyle/>
                    <a:p>
                      <a:pPr marR="490855" algn="ctr">
                        <a:lnSpc>
                          <a:spcPct val="132000"/>
                        </a:lnSpc>
                        <a:spcBef>
                          <a:spcPts val="430"/>
                        </a:spcBef>
                        <a:spcAft>
                          <a:spcPts val="0"/>
                        </a:spcAft>
                      </a:pPr>
                      <a:r>
                        <a:rPr lang="en-IN" sz="1200" b="1" dirty="0">
                          <a:effectLst/>
                          <a:latin typeface="Times New Roman" panose="02020603050405020304" pitchFamily="18" charset="0"/>
                          <a:cs typeface="Times New Roman" panose="02020603050405020304" pitchFamily="18" charset="0"/>
                        </a:rPr>
                        <a:t>ABSTRACT</a:t>
                      </a:r>
                      <a:endParaRPr lang="en-IN" sz="12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784" marR="46784" marT="0" marB="0"/>
                </a:tc>
                <a:extLst>
                  <a:ext uri="{0D108BD9-81ED-4DB2-BD59-A6C34878D82A}">
                    <a16:rowId xmlns:a16="http://schemas.microsoft.com/office/drawing/2014/main" val="3056313430"/>
                  </a:ext>
                </a:extLst>
              </a:tr>
              <a:tr h="314425">
                <a:tc>
                  <a:txBody>
                    <a:bodyPr/>
                    <a:lstStyle/>
                    <a:p>
                      <a:pPr marR="490855" algn="r">
                        <a:lnSpc>
                          <a:spcPct val="132000"/>
                        </a:lnSpc>
                        <a:spcBef>
                          <a:spcPts val="430"/>
                        </a:spcBef>
                        <a:spcAft>
                          <a:spcPts val="0"/>
                        </a:spcAft>
                      </a:pPr>
                      <a:r>
                        <a:rPr lang="en-IN" sz="1000">
                          <a:effectLst/>
                        </a:rPr>
                        <a:t>1</a:t>
                      </a:r>
                      <a:endParaRPr lang="en-IN" sz="800" dirty="0">
                        <a:effectLst/>
                        <a:latin typeface="Calibri" panose="020F0502020204030204" pitchFamily="34" charset="0"/>
                        <a:ea typeface="Calibri" panose="020F0502020204030204" pitchFamily="34" charset="0"/>
                      </a:endParaRPr>
                    </a:p>
                  </a:txBody>
                  <a:tcPr marL="46784" marR="46784" marT="0" marB="0"/>
                </a:tc>
                <a:tc>
                  <a:txBody>
                    <a:bodyPr/>
                    <a:lstStyle/>
                    <a:p>
                      <a:pPr marR="490855" algn="ctr">
                        <a:lnSpc>
                          <a:spcPct val="132000"/>
                        </a:lnSpc>
                        <a:spcBef>
                          <a:spcPts val="430"/>
                        </a:spcBef>
                        <a:spcAft>
                          <a:spcPts val="0"/>
                        </a:spcAft>
                      </a:pPr>
                      <a:r>
                        <a:rPr lang="en-IN" sz="1200" b="1" dirty="0">
                          <a:effectLst/>
                          <a:latin typeface="Times New Roman" panose="02020603050405020304" pitchFamily="18" charset="0"/>
                          <a:cs typeface="Times New Roman" panose="02020603050405020304" pitchFamily="18" charset="0"/>
                        </a:rPr>
                        <a:t>INTRODUCTION</a:t>
                      </a:r>
                      <a:endParaRPr lang="en-IN" sz="12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784" marR="46784" marT="0" marB="0"/>
                </a:tc>
                <a:extLst>
                  <a:ext uri="{0D108BD9-81ED-4DB2-BD59-A6C34878D82A}">
                    <a16:rowId xmlns:a16="http://schemas.microsoft.com/office/drawing/2014/main" val="2269487914"/>
                  </a:ext>
                </a:extLst>
              </a:tr>
              <a:tr h="314425">
                <a:tc>
                  <a:txBody>
                    <a:bodyPr/>
                    <a:lstStyle/>
                    <a:p>
                      <a:pPr marR="490855" algn="r">
                        <a:lnSpc>
                          <a:spcPct val="132000"/>
                        </a:lnSpc>
                        <a:spcBef>
                          <a:spcPts val="430"/>
                        </a:spcBef>
                        <a:spcAft>
                          <a:spcPts val="0"/>
                        </a:spcAft>
                      </a:pPr>
                      <a:r>
                        <a:rPr lang="en-IN" sz="1000">
                          <a:effectLst/>
                        </a:rPr>
                        <a:t>2</a:t>
                      </a:r>
                      <a:endParaRPr lang="en-IN" sz="800" dirty="0">
                        <a:effectLst/>
                        <a:latin typeface="Calibri" panose="020F0502020204030204" pitchFamily="34" charset="0"/>
                        <a:ea typeface="Calibri" panose="020F0502020204030204" pitchFamily="34" charset="0"/>
                      </a:endParaRPr>
                    </a:p>
                  </a:txBody>
                  <a:tcPr marL="46784" marR="46784" marT="0" marB="0"/>
                </a:tc>
                <a:tc>
                  <a:txBody>
                    <a:bodyPr/>
                    <a:lstStyle/>
                    <a:p>
                      <a:pPr marR="490855" algn="ctr">
                        <a:lnSpc>
                          <a:spcPct val="132000"/>
                        </a:lnSpc>
                        <a:spcBef>
                          <a:spcPts val="430"/>
                        </a:spcBef>
                        <a:spcAft>
                          <a:spcPts val="0"/>
                        </a:spcAft>
                      </a:pPr>
                      <a:r>
                        <a:rPr lang="en-IN" sz="1200" b="1" dirty="0">
                          <a:effectLst/>
                          <a:latin typeface="Times New Roman" panose="02020603050405020304" pitchFamily="18" charset="0"/>
                          <a:cs typeface="Times New Roman" panose="02020603050405020304" pitchFamily="18" charset="0"/>
                        </a:rPr>
                        <a:t>OVERVIEW</a:t>
                      </a:r>
                      <a:endParaRPr lang="en-IN" sz="12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784" marR="46784" marT="0" marB="0"/>
                </a:tc>
                <a:extLst>
                  <a:ext uri="{0D108BD9-81ED-4DB2-BD59-A6C34878D82A}">
                    <a16:rowId xmlns:a16="http://schemas.microsoft.com/office/drawing/2014/main" val="1282360521"/>
                  </a:ext>
                </a:extLst>
              </a:tr>
              <a:tr h="314425">
                <a:tc>
                  <a:txBody>
                    <a:bodyPr/>
                    <a:lstStyle/>
                    <a:p>
                      <a:pPr marR="490855" algn="r">
                        <a:lnSpc>
                          <a:spcPct val="132000"/>
                        </a:lnSpc>
                        <a:spcBef>
                          <a:spcPts val="430"/>
                        </a:spcBef>
                        <a:spcAft>
                          <a:spcPts val="0"/>
                        </a:spcAft>
                      </a:pPr>
                      <a:r>
                        <a:rPr lang="en-IN" sz="1000">
                          <a:effectLst/>
                        </a:rPr>
                        <a:t>3</a:t>
                      </a:r>
                      <a:endParaRPr lang="en-IN" sz="800" dirty="0">
                        <a:effectLst/>
                        <a:latin typeface="Calibri" panose="020F0502020204030204" pitchFamily="34" charset="0"/>
                        <a:ea typeface="Calibri" panose="020F0502020204030204" pitchFamily="34" charset="0"/>
                      </a:endParaRPr>
                    </a:p>
                  </a:txBody>
                  <a:tcPr marL="46784" marR="46784" marT="0" marB="0"/>
                </a:tc>
                <a:tc>
                  <a:txBody>
                    <a:bodyPr/>
                    <a:lstStyle/>
                    <a:p>
                      <a:pPr marR="490855" algn="ctr">
                        <a:lnSpc>
                          <a:spcPct val="132000"/>
                        </a:lnSpc>
                        <a:spcBef>
                          <a:spcPts val="430"/>
                        </a:spcBef>
                        <a:spcAft>
                          <a:spcPts val="0"/>
                        </a:spcAft>
                      </a:pPr>
                      <a:r>
                        <a:rPr lang="en-IN" sz="1200" b="1" dirty="0">
                          <a:effectLst/>
                          <a:latin typeface="Times New Roman" panose="02020603050405020304" pitchFamily="18" charset="0"/>
                          <a:cs typeface="Times New Roman" panose="02020603050405020304" pitchFamily="18" charset="0"/>
                        </a:rPr>
                        <a:t>THE PROPOSED SYSTEM</a:t>
                      </a:r>
                      <a:endParaRPr lang="en-IN" sz="12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784" marR="46784" marT="0" marB="0"/>
                </a:tc>
                <a:extLst>
                  <a:ext uri="{0D108BD9-81ED-4DB2-BD59-A6C34878D82A}">
                    <a16:rowId xmlns:a16="http://schemas.microsoft.com/office/drawing/2014/main" val="1148911788"/>
                  </a:ext>
                </a:extLst>
              </a:tr>
              <a:tr h="256069">
                <a:tc>
                  <a:txBody>
                    <a:bodyPr/>
                    <a:lstStyle/>
                    <a:p>
                      <a:pPr marR="490855" algn="r">
                        <a:lnSpc>
                          <a:spcPct val="132000"/>
                        </a:lnSpc>
                        <a:spcBef>
                          <a:spcPts val="430"/>
                        </a:spcBef>
                        <a:spcAft>
                          <a:spcPts val="0"/>
                        </a:spcAft>
                      </a:pPr>
                      <a:r>
                        <a:rPr lang="en-IN" sz="1000">
                          <a:effectLst/>
                        </a:rPr>
                        <a:t> </a:t>
                      </a:r>
                      <a:endParaRPr lang="en-IN" sz="800" dirty="0">
                        <a:effectLst/>
                        <a:latin typeface="Calibri" panose="020F0502020204030204" pitchFamily="34" charset="0"/>
                        <a:ea typeface="Calibri" panose="020F0502020204030204" pitchFamily="34" charset="0"/>
                      </a:endParaRPr>
                    </a:p>
                  </a:txBody>
                  <a:tcPr marL="46784" marR="46784" marT="0" marB="0"/>
                </a:tc>
                <a:tc>
                  <a:txBody>
                    <a:bodyPr/>
                    <a:lstStyle/>
                    <a:p>
                      <a:pPr marR="490855" algn="ctr">
                        <a:lnSpc>
                          <a:spcPct val="132000"/>
                        </a:lnSpc>
                        <a:spcBef>
                          <a:spcPts val="430"/>
                        </a:spcBef>
                        <a:spcAft>
                          <a:spcPts val="0"/>
                        </a:spcAft>
                      </a:pPr>
                      <a:r>
                        <a:rPr lang="en-IN" sz="1000">
                          <a:effectLst/>
                        </a:rPr>
                        <a:t>Block Diagram</a:t>
                      </a:r>
                      <a:endParaRPr lang="en-IN" sz="800" dirty="0">
                        <a:effectLst/>
                        <a:latin typeface="Calibri" panose="020F0502020204030204" pitchFamily="34" charset="0"/>
                        <a:ea typeface="Calibri" panose="020F0502020204030204" pitchFamily="34" charset="0"/>
                      </a:endParaRPr>
                    </a:p>
                  </a:txBody>
                  <a:tcPr marL="46784" marR="46784" marT="0" marB="0"/>
                </a:tc>
                <a:extLst>
                  <a:ext uri="{0D108BD9-81ED-4DB2-BD59-A6C34878D82A}">
                    <a16:rowId xmlns:a16="http://schemas.microsoft.com/office/drawing/2014/main" val="2453431586"/>
                  </a:ext>
                </a:extLst>
              </a:tr>
              <a:tr h="256069">
                <a:tc>
                  <a:txBody>
                    <a:bodyPr/>
                    <a:lstStyle/>
                    <a:p>
                      <a:pPr marR="490855" algn="r">
                        <a:lnSpc>
                          <a:spcPct val="132000"/>
                        </a:lnSpc>
                        <a:spcBef>
                          <a:spcPts val="430"/>
                        </a:spcBef>
                        <a:spcAft>
                          <a:spcPts val="0"/>
                        </a:spcAft>
                      </a:pPr>
                      <a:r>
                        <a:rPr lang="en-IN" sz="1000">
                          <a:effectLst/>
                        </a:rPr>
                        <a:t> </a:t>
                      </a:r>
                      <a:endParaRPr lang="en-IN" sz="800" dirty="0">
                        <a:effectLst/>
                        <a:latin typeface="Calibri" panose="020F0502020204030204" pitchFamily="34" charset="0"/>
                        <a:ea typeface="Calibri" panose="020F0502020204030204" pitchFamily="34" charset="0"/>
                      </a:endParaRPr>
                    </a:p>
                  </a:txBody>
                  <a:tcPr marL="46784" marR="46784" marT="0" marB="0"/>
                </a:tc>
                <a:tc>
                  <a:txBody>
                    <a:bodyPr/>
                    <a:lstStyle/>
                    <a:p>
                      <a:pPr marR="490855" algn="ctr">
                        <a:lnSpc>
                          <a:spcPct val="132000"/>
                        </a:lnSpc>
                        <a:spcBef>
                          <a:spcPts val="430"/>
                        </a:spcBef>
                        <a:spcAft>
                          <a:spcPts val="0"/>
                        </a:spcAft>
                      </a:pPr>
                      <a:r>
                        <a:rPr lang="en-IN" sz="1000">
                          <a:effectLst/>
                        </a:rPr>
                        <a:t>Face Detection</a:t>
                      </a:r>
                      <a:endParaRPr lang="en-IN" sz="800">
                        <a:effectLst/>
                        <a:latin typeface="Calibri" panose="020F0502020204030204" pitchFamily="34" charset="0"/>
                        <a:ea typeface="Calibri" panose="020F0502020204030204" pitchFamily="34" charset="0"/>
                      </a:endParaRPr>
                    </a:p>
                  </a:txBody>
                  <a:tcPr marL="46784" marR="46784" marT="0" marB="0"/>
                </a:tc>
                <a:extLst>
                  <a:ext uri="{0D108BD9-81ED-4DB2-BD59-A6C34878D82A}">
                    <a16:rowId xmlns:a16="http://schemas.microsoft.com/office/drawing/2014/main" val="1349168769"/>
                  </a:ext>
                </a:extLst>
              </a:tr>
              <a:tr h="256069">
                <a:tc>
                  <a:txBody>
                    <a:bodyPr/>
                    <a:lstStyle/>
                    <a:p>
                      <a:pPr marR="490855" algn="r">
                        <a:lnSpc>
                          <a:spcPct val="132000"/>
                        </a:lnSpc>
                        <a:spcBef>
                          <a:spcPts val="430"/>
                        </a:spcBef>
                        <a:spcAft>
                          <a:spcPts val="0"/>
                        </a:spcAft>
                      </a:pPr>
                      <a:r>
                        <a:rPr lang="en-IN" sz="1000">
                          <a:effectLst/>
                        </a:rPr>
                        <a:t> </a:t>
                      </a:r>
                      <a:endParaRPr lang="en-IN" sz="800" dirty="0">
                        <a:effectLst/>
                        <a:latin typeface="Calibri" panose="020F0502020204030204" pitchFamily="34" charset="0"/>
                        <a:ea typeface="Calibri" panose="020F0502020204030204" pitchFamily="34" charset="0"/>
                      </a:endParaRPr>
                    </a:p>
                  </a:txBody>
                  <a:tcPr marL="46784" marR="46784" marT="0" marB="0"/>
                </a:tc>
                <a:tc>
                  <a:txBody>
                    <a:bodyPr/>
                    <a:lstStyle/>
                    <a:p>
                      <a:pPr marR="490855" algn="ctr">
                        <a:lnSpc>
                          <a:spcPct val="132000"/>
                        </a:lnSpc>
                        <a:spcBef>
                          <a:spcPts val="430"/>
                        </a:spcBef>
                        <a:spcAft>
                          <a:spcPts val="0"/>
                        </a:spcAft>
                      </a:pPr>
                      <a:r>
                        <a:rPr lang="en-IN" sz="1000">
                          <a:effectLst/>
                        </a:rPr>
                        <a:t>Face Recognition</a:t>
                      </a:r>
                      <a:endParaRPr lang="en-IN" sz="800">
                        <a:effectLst/>
                        <a:latin typeface="Calibri" panose="020F0502020204030204" pitchFamily="34" charset="0"/>
                        <a:ea typeface="Calibri" panose="020F0502020204030204" pitchFamily="34" charset="0"/>
                      </a:endParaRPr>
                    </a:p>
                  </a:txBody>
                  <a:tcPr marL="46784" marR="46784" marT="0" marB="0"/>
                </a:tc>
                <a:extLst>
                  <a:ext uri="{0D108BD9-81ED-4DB2-BD59-A6C34878D82A}">
                    <a16:rowId xmlns:a16="http://schemas.microsoft.com/office/drawing/2014/main" val="570329902"/>
                  </a:ext>
                </a:extLst>
              </a:tr>
              <a:tr h="314425">
                <a:tc>
                  <a:txBody>
                    <a:bodyPr/>
                    <a:lstStyle/>
                    <a:p>
                      <a:pPr marR="490855" algn="r">
                        <a:lnSpc>
                          <a:spcPct val="132000"/>
                        </a:lnSpc>
                        <a:spcBef>
                          <a:spcPts val="430"/>
                        </a:spcBef>
                        <a:spcAft>
                          <a:spcPts val="0"/>
                        </a:spcAft>
                      </a:pPr>
                      <a:r>
                        <a:rPr lang="en-IN" sz="1000">
                          <a:effectLst/>
                        </a:rPr>
                        <a:t>4</a:t>
                      </a:r>
                      <a:endParaRPr lang="en-IN" sz="800" dirty="0">
                        <a:effectLst/>
                        <a:latin typeface="Calibri" panose="020F0502020204030204" pitchFamily="34" charset="0"/>
                        <a:ea typeface="Calibri" panose="020F0502020204030204" pitchFamily="34" charset="0"/>
                      </a:endParaRPr>
                    </a:p>
                  </a:txBody>
                  <a:tcPr marL="46784" marR="46784" marT="0" marB="0"/>
                </a:tc>
                <a:tc>
                  <a:txBody>
                    <a:bodyPr/>
                    <a:lstStyle/>
                    <a:p>
                      <a:pPr marR="490855" algn="ctr">
                        <a:lnSpc>
                          <a:spcPct val="132000"/>
                        </a:lnSpc>
                        <a:spcBef>
                          <a:spcPts val="430"/>
                        </a:spcBef>
                        <a:spcAft>
                          <a:spcPts val="0"/>
                        </a:spcAft>
                      </a:pPr>
                      <a:r>
                        <a:rPr lang="en-IN" sz="1200" b="1" dirty="0">
                          <a:effectLst/>
                          <a:latin typeface="Times New Roman" panose="02020603050405020304" pitchFamily="18" charset="0"/>
                          <a:ea typeface="Calibri" panose="020F0502020204030204" pitchFamily="34" charset="0"/>
                          <a:cs typeface="Times New Roman" panose="02020603050405020304" pitchFamily="18" charset="0"/>
                        </a:rPr>
                        <a:t>CHARACTERISTICS OF PROPOSED SYSTEM</a:t>
                      </a:r>
                    </a:p>
                  </a:txBody>
                  <a:tcPr marL="46784" marR="46784" marT="0" marB="0"/>
                </a:tc>
                <a:extLst>
                  <a:ext uri="{0D108BD9-81ED-4DB2-BD59-A6C34878D82A}">
                    <a16:rowId xmlns:a16="http://schemas.microsoft.com/office/drawing/2014/main" val="892638377"/>
                  </a:ext>
                </a:extLst>
              </a:tr>
              <a:tr h="314425">
                <a:tc>
                  <a:txBody>
                    <a:bodyPr/>
                    <a:lstStyle/>
                    <a:p>
                      <a:pPr marR="490855" algn="r">
                        <a:lnSpc>
                          <a:spcPct val="132000"/>
                        </a:lnSpc>
                        <a:spcBef>
                          <a:spcPts val="430"/>
                        </a:spcBef>
                        <a:spcAft>
                          <a:spcPts val="0"/>
                        </a:spcAft>
                      </a:pPr>
                      <a:r>
                        <a:rPr lang="en-IN" sz="1000">
                          <a:effectLst/>
                        </a:rPr>
                        <a:t>5</a:t>
                      </a:r>
                      <a:endParaRPr lang="en-IN" sz="800" dirty="0">
                        <a:effectLst/>
                        <a:latin typeface="Calibri" panose="020F0502020204030204" pitchFamily="34" charset="0"/>
                        <a:ea typeface="Calibri" panose="020F0502020204030204" pitchFamily="34" charset="0"/>
                      </a:endParaRPr>
                    </a:p>
                  </a:txBody>
                  <a:tcPr marL="46784" marR="46784" marT="0" marB="0"/>
                </a:tc>
                <a:tc>
                  <a:txBody>
                    <a:bodyPr/>
                    <a:lstStyle/>
                    <a:p>
                      <a:pPr marR="490855" algn="ctr">
                        <a:lnSpc>
                          <a:spcPct val="132000"/>
                        </a:lnSpc>
                        <a:spcBef>
                          <a:spcPts val="430"/>
                        </a:spcBef>
                        <a:spcAft>
                          <a:spcPts val="0"/>
                        </a:spcAft>
                      </a:pPr>
                      <a:r>
                        <a:rPr lang="en-IN" sz="1200" b="1" dirty="0">
                          <a:effectLst/>
                          <a:latin typeface="Times New Roman" panose="02020603050405020304" pitchFamily="18" charset="0"/>
                          <a:ea typeface="Calibri" panose="020F0502020204030204" pitchFamily="34" charset="0"/>
                          <a:cs typeface="Times New Roman" panose="02020603050405020304" pitchFamily="18" charset="0"/>
                        </a:rPr>
                        <a:t>REQUIREMENTS</a:t>
                      </a:r>
                    </a:p>
                  </a:txBody>
                  <a:tcPr marL="46784" marR="46784" marT="0" marB="0"/>
                </a:tc>
                <a:extLst>
                  <a:ext uri="{0D108BD9-81ED-4DB2-BD59-A6C34878D82A}">
                    <a16:rowId xmlns:a16="http://schemas.microsoft.com/office/drawing/2014/main" val="4287402050"/>
                  </a:ext>
                </a:extLst>
              </a:tr>
              <a:tr h="314425">
                <a:tc>
                  <a:txBody>
                    <a:bodyPr/>
                    <a:lstStyle/>
                    <a:p>
                      <a:pPr marR="490855" algn="r">
                        <a:lnSpc>
                          <a:spcPct val="132000"/>
                        </a:lnSpc>
                        <a:spcBef>
                          <a:spcPts val="430"/>
                        </a:spcBef>
                        <a:spcAft>
                          <a:spcPts val="0"/>
                        </a:spcAft>
                      </a:pPr>
                      <a:r>
                        <a:rPr lang="en-IN" sz="1000">
                          <a:effectLst/>
                        </a:rPr>
                        <a:t>6</a:t>
                      </a:r>
                      <a:endParaRPr lang="en-IN" sz="800" dirty="0">
                        <a:effectLst/>
                        <a:latin typeface="Calibri" panose="020F0502020204030204" pitchFamily="34" charset="0"/>
                        <a:ea typeface="Calibri" panose="020F0502020204030204" pitchFamily="34" charset="0"/>
                      </a:endParaRPr>
                    </a:p>
                  </a:txBody>
                  <a:tcPr marL="46784" marR="46784" marT="0" marB="0"/>
                </a:tc>
                <a:tc>
                  <a:txBody>
                    <a:bodyPr/>
                    <a:lstStyle/>
                    <a:p>
                      <a:pPr marR="490855" algn="ctr">
                        <a:lnSpc>
                          <a:spcPct val="132000"/>
                        </a:lnSpc>
                        <a:spcBef>
                          <a:spcPts val="430"/>
                        </a:spcBef>
                        <a:spcAft>
                          <a:spcPts val="0"/>
                        </a:spcAft>
                      </a:pPr>
                      <a:r>
                        <a:rPr lang="en-IN" sz="1200" b="1" dirty="0">
                          <a:effectLst/>
                          <a:latin typeface="Times New Roman" panose="02020603050405020304" pitchFamily="18" charset="0"/>
                          <a:cs typeface="Times New Roman" panose="02020603050405020304" pitchFamily="18" charset="0"/>
                        </a:rPr>
                        <a:t>CONCLUSION</a:t>
                      </a:r>
                      <a:endParaRPr lang="en-IN" sz="12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784" marR="46784" marT="0" marB="0"/>
                </a:tc>
                <a:extLst>
                  <a:ext uri="{0D108BD9-81ED-4DB2-BD59-A6C34878D82A}">
                    <a16:rowId xmlns:a16="http://schemas.microsoft.com/office/drawing/2014/main" val="4113777868"/>
                  </a:ext>
                </a:extLst>
              </a:tr>
              <a:tr h="314425">
                <a:tc>
                  <a:txBody>
                    <a:bodyPr/>
                    <a:lstStyle/>
                    <a:p>
                      <a:pPr marR="490855" algn="r">
                        <a:lnSpc>
                          <a:spcPct val="132000"/>
                        </a:lnSpc>
                        <a:spcBef>
                          <a:spcPts val="430"/>
                        </a:spcBef>
                        <a:spcAft>
                          <a:spcPts val="0"/>
                        </a:spcAft>
                      </a:pPr>
                      <a:r>
                        <a:rPr lang="en-US" sz="1000" dirty="0">
                          <a:effectLst/>
                          <a:latin typeface="Calibri" panose="020F0502020204030204" pitchFamily="34" charset="0"/>
                          <a:ea typeface="Calibri" panose="020F0502020204030204" pitchFamily="34" charset="0"/>
                        </a:rPr>
                        <a:t>7</a:t>
                      </a:r>
                      <a:endParaRPr lang="en-IN" sz="800" dirty="0">
                        <a:effectLst/>
                        <a:latin typeface="Calibri" panose="020F0502020204030204" pitchFamily="34" charset="0"/>
                        <a:ea typeface="Calibri" panose="020F0502020204030204" pitchFamily="34" charset="0"/>
                      </a:endParaRPr>
                    </a:p>
                  </a:txBody>
                  <a:tcPr marL="46784" marR="46784" marT="0" marB="0"/>
                </a:tc>
                <a:tc>
                  <a:txBody>
                    <a:bodyPr/>
                    <a:lstStyle/>
                    <a:p>
                      <a:pPr marR="490855" algn="ctr">
                        <a:lnSpc>
                          <a:spcPct val="132000"/>
                        </a:lnSpc>
                        <a:spcBef>
                          <a:spcPts val="430"/>
                        </a:spcBef>
                        <a:spcAft>
                          <a:spcPts val="0"/>
                        </a:spcAft>
                      </a:pPr>
                      <a:r>
                        <a:rPr lang="en-IN" sz="1200" b="1" dirty="0">
                          <a:effectLst/>
                          <a:latin typeface="Times New Roman" panose="02020603050405020304" pitchFamily="18" charset="0"/>
                          <a:cs typeface="Times New Roman" panose="02020603050405020304" pitchFamily="18" charset="0"/>
                        </a:rPr>
                        <a:t>REFERENCES</a:t>
                      </a:r>
                      <a:endParaRPr lang="en-IN" sz="12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784" marR="46784" marT="0" marB="0"/>
                </a:tc>
                <a:extLst>
                  <a:ext uri="{0D108BD9-81ED-4DB2-BD59-A6C34878D82A}">
                    <a16:rowId xmlns:a16="http://schemas.microsoft.com/office/drawing/2014/main" val="3311246028"/>
                  </a:ext>
                </a:extLst>
              </a:tr>
            </a:tbl>
          </a:graphicData>
        </a:graphic>
      </p:graphicFrame>
      <p:sp>
        <p:nvSpPr>
          <p:cNvPr id="3" name="Title 2">
            <a:extLst>
              <a:ext uri="{FF2B5EF4-FFF2-40B4-BE49-F238E27FC236}">
                <a16:creationId xmlns:a16="http://schemas.microsoft.com/office/drawing/2014/main" id="{30BC398F-B4E5-1C3B-4C5F-8EA05AB32794}"/>
              </a:ext>
            </a:extLst>
          </p:cNvPr>
          <p:cNvSpPr>
            <a:spLocks noGrp="1"/>
          </p:cNvSpPr>
          <p:nvPr>
            <p:ph type="title"/>
          </p:nvPr>
        </p:nvSpPr>
        <p:spPr>
          <a:xfrm>
            <a:off x="982133" y="457201"/>
            <a:ext cx="7704667" cy="693736"/>
          </a:xfrm>
        </p:spPr>
        <p:txBody>
          <a:bodyPr>
            <a:normAutofit fontScale="90000"/>
          </a:bodyPr>
          <a:lstStyle/>
          <a:p>
            <a:r>
              <a:rPr lang="en-IN" sz="4800" b="1" dirty="0">
                <a:latin typeface="Times New Roman" panose="02020603050405020304" pitchFamily="18" charset="0"/>
                <a:cs typeface="Times New Roman" panose="02020603050405020304" pitchFamily="18" charset="0"/>
              </a:rPr>
              <a:t>Table of content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2" name="Title 1">
            <a:extLst>
              <a:ext uri="{FF2B5EF4-FFF2-40B4-BE49-F238E27FC236}">
                <a16:creationId xmlns:a16="http://schemas.microsoft.com/office/drawing/2014/main" id="{A11B8C85-6464-237D-D50D-8AC0A840A675}"/>
              </a:ext>
            </a:extLst>
          </p:cNvPr>
          <p:cNvSpPr>
            <a:spLocks noGrp="1"/>
          </p:cNvSpPr>
          <p:nvPr>
            <p:ph type="title"/>
          </p:nvPr>
        </p:nvSpPr>
        <p:spPr>
          <a:xfrm>
            <a:off x="982133" y="457201"/>
            <a:ext cx="7704667" cy="641837"/>
          </a:xfrm>
        </p:spPr>
        <p:txBody>
          <a:bodyPr>
            <a:normAutofit fontScale="90000"/>
          </a:bodyPr>
          <a:lstStyle/>
          <a:p>
            <a:r>
              <a:rPr lang="en-IN" sz="4800" b="1" dirty="0">
                <a:latin typeface="Times New Roman" panose="02020603050405020304" pitchFamily="18" charset="0"/>
                <a:cs typeface="Times New Roman" panose="02020603050405020304" pitchFamily="18" charset="0"/>
              </a:rPr>
              <a:t>Abstract </a:t>
            </a:r>
          </a:p>
        </p:txBody>
      </p:sp>
      <p:sp>
        <p:nvSpPr>
          <p:cNvPr id="3" name="Content Placeholder 2">
            <a:extLst>
              <a:ext uri="{FF2B5EF4-FFF2-40B4-BE49-F238E27FC236}">
                <a16:creationId xmlns:a16="http://schemas.microsoft.com/office/drawing/2014/main" id="{E831E257-BB67-D415-6EAB-C79EBA8135A9}"/>
              </a:ext>
            </a:extLst>
          </p:cNvPr>
          <p:cNvSpPr>
            <a:spLocks noGrp="1"/>
          </p:cNvSpPr>
          <p:nvPr>
            <p:ph idx="1"/>
          </p:nvPr>
        </p:nvSpPr>
        <p:spPr>
          <a:xfrm>
            <a:off x="982133" y="1820008"/>
            <a:ext cx="7704667" cy="4179807"/>
          </a:xfrm>
        </p:spPr>
        <p:txBody>
          <a:bodyPr>
            <a:noAutofit/>
          </a:bodyPr>
          <a:lstStyle/>
          <a:p>
            <a:pPr>
              <a:lnSpc>
                <a:spcPct val="107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Smart Attendance Management System (</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SAMS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is an application developed for daily student attendance in colleges or schools. This project attempts to record attendance through face detection. The aim of the project is to create software for attendance management system that is totally automated. There will be capturing device which will capture each and every student face when they enter class. The algorithm used to detect face is Voila Jones. The software used to detect faces from image is </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MATLAB</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Histogram of Oriented Gradients (HOG) is used </a:t>
            </a:r>
            <a:r>
              <a:rPr lang="en-IN" sz="1800" dirty="0">
                <a:latin typeface="Times New Roman" panose="02020603050405020304" pitchFamily="18" charset="0"/>
                <a:ea typeface="Calibri" panose="020F0502020204030204" pitchFamily="34" charset="0"/>
                <a:cs typeface="Times New Roman" panose="02020603050405020304" pitchFamily="18" charset="0"/>
              </a:rPr>
              <a:t>as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latin typeface="Times New Roman" panose="02020603050405020304" pitchFamily="18" charset="0"/>
                <a:ea typeface="Calibri" panose="020F0502020204030204" pitchFamily="34" charset="0"/>
                <a:cs typeface="Times New Roman" panose="02020603050405020304" pitchFamily="18" charset="0"/>
              </a:rPr>
              <a:t>r</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ecognition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feature and for classification the algorithm used is Error Correcting Output Coding (ECOC) which uses Support Vector Machine as a binary classifier. The administrator maintains the database. Before end of the lecture, attendance is uploaded to the system and faculty can check, edit and generate a list of defaulters.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6677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2" name="Title 1">
            <a:extLst>
              <a:ext uri="{FF2B5EF4-FFF2-40B4-BE49-F238E27FC236}">
                <a16:creationId xmlns:a16="http://schemas.microsoft.com/office/drawing/2014/main" id="{0810E9AE-8B6B-711A-C46B-6359D34BC0FE}"/>
              </a:ext>
            </a:extLst>
          </p:cNvPr>
          <p:cNvSpPr>
            <a:spLocks noGrp="1"/>
          </p:cNvSpPr>
          <p:nvPr>
            <p:ph type="title"/>
          </p:nvPr>
        </p:nvSpPr>
        <p:spPr>
          <a:xfrm>
            <a:off x="982133" y="457201"/>
            <a:ext cx="7704667" cy="764930"/>
          </a:xfrm>
        </p:spPr>
        <p:txBody>
          <a:bodyPr>
            <a:normAutofit fontScale="90000"/>
          </a:bodyPr>
          <a:lstStyle/>
          <a:p>
            <a:r>
              <a:rPr lang="en-IN" sz="4800"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2B761CB2-F075-A687-5F78-B7A456D584E4}"/>
              </a:ext>
            </a:extLst>
          </p:cNvPr>
          <p:cNvSpPr>
            <a:spLocks noGrp="1"/>
          </p:cNvSpPr>
          <p:nvPr>
            <p:ph idx="1"/>
          </p:nvPr>
        </p:nvSpPr>
        <p:spPr>
          <a:xfrm>
            <a:off x="982133" y="1222131"/>
            <a:ext cx="7704667" cy="5389683"/>
          </a:xfrm>
        </p:spPr>
        <p:txBody>
          <a:bodyPr>
            <a:noAutofit/>
          </a:bodyPr>
          <a:lstStyle/>
          <a:p>
            <a:pPr marL="0" indent="0">
              <a:buNone/>
            </a:pP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ndance is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defin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 as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act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 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ate of going regular</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 to</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being present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 p</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ace or</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even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nd</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ance</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of every st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is </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eing maintain</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 by sch</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coll</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The manual</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atten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ance </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ecord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system</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is inefficient 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ore ti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 is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required to record as well as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alcula</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at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endance of each</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tud</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 Hence a system</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nee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ed w</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 w</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ll solve </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ue of</a:t>
            </a:r>
            <a:r>
              <a:rPr lang="en-IN" sz="1600" spc="2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ual 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tt</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nce.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ile we move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ds the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digi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al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 is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bei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 accelerated</a:t>
            </a:r>
            <a:r>
              <a:rPr lang="en-IN" sz="1600" spc="1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every h</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ou</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biom</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cs tech</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ologies ha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started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affecting</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ople’s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 life at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each and every insta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Biom</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trics tech</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ologies uses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haracteristics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uch as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gerprints,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faces recognition,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retinal pat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erns,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palm</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prints,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spc="-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 hand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wr</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ten sign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tures,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so </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for authentic</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 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 biometric perso</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al 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thentication</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uses da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taken from</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measuremen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 data is unique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 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 ind</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vidual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remai</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 so</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through</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ut one’s life.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is i</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rtant to</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ntify 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 correct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tools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use in com</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erci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 and</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scie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tific</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ies.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Barco</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spc="44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ers,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io Frequency</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ification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 syst</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 Bl</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etooth</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NFC (Near Field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Communicati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 are just a f</a:t>
            </a:r>
            <a:r>
              <a:rPr lang="en-IN" sz="1600" spc="-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of 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les of such</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Ho</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ever,</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ey are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xpensive 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 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ey h</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 limit</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 use. Hence a system which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oes not</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require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spe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ial i</a:t>
            </a:r>
            <a:r>
              <a:rPr lang="en-IN" sz="1600" spc="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frastruct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 is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developed</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using Bi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ric</a:t>
            </a:r>
            <a:r>
              <a:rPr lang="en-IN" sz="1600" spc="5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aci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
            </a:r>
            <a:r>
              <a:rPr lang="en-IN" sz="1600" spc="6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Detection</a:t>
            </a:r>
            <a:r>
              <a:rPr lang="en-IN" sz="1600" spc="7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nd</a:t>
            </a:r>
            <a:r>
              <a:rPr lang="en-IN" sz="1600" spc="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Recogn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on</a:t>
            </a:r>
            <a:r>
              <a:rPr lang="en-IN" sz="1600" spc="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system</a:t>
            </a:r>
            <a:r>
              <a:rPr lang="en-IN" sz="1600" spc="8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600" spc="5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600" spc="5"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AMS.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2" name="Title 1">
            <a:extLst>
              <a:ext uri="{FF2B5EF4-FFF2-40B4-BE49-F238E27FC236}">
                <a16:creationId xmlns:a16="http://schemas.microsoft.com/office/drawing/2014/main" id="{7CC7F4BF-2896-B94A-01D4-A9C012DCA7AC}"/>
              </a:ext>
            </a:extLst>
          </p:cNvPr>
          <p:cNvSpPr>
            <a:spLocks noGrp="1"/>
          </p:cNvSpPr>
          <p:nvPr>
            <p:ph type="title"/>
          </p:nvPr>
        </p:nvSpPr>
        <p:spPr>
          <a:xfrm>
            <a:off x="982133" y="457201"/>
            <a:ext cx="7704667" cy="677007"/>
          </a:xfrm>
        </p:spPr>
        <p:txBody>
          <a:bodyPr>
            <a:normAutofit fontScale="90000"/>
          </a:bodyPr>
          <a:lstStyle/>
          <a:p>
            <a:r>
              <a:rPr lang="en-IN" sz="4800" b="1" dirty="0">
                <a:latin typeface="Times New Roman" panose="02020603050405020304" pitchFamily="18" charset="0"/>
                <a:cs typeface="Times New Roman" panose="02020603050405020304" pitchFamily="18" charset="0"/>
              </a:rPr>
              <a:t>Overview</a:t>
            </a:r>
          </a:p>
        </p:txBody>
      </p:sp>
      <p:sp>
        <p:nvSpPr>
          <p:cNvPr id="3" name="Content Placeholder 2">
            <a:extLst>
              <a:ext uri="{FF2B5EF4-FFF2-40B4-BE49-F238E27FC236}">
                <a16:creationId xmlns:a16="http://schemas.microsoft.com/office/drawing/2014/main" id="{92675A08-0F91-FED1-1ECB-2D63EB7274BF}"/>
              </a:ext>
            </a:extLst>
          </p:cNvPr>
          <p:cNvSpPr>
            <a:spLocks noGrp="1"/>
          </p:cNvSpPr>
          <p:nvPr>
            <p:ph idx="1"/>
          </p:nvPr>
        </p:nvSpPr>
        <p:spPr>
          <a:xfrm>
            <a:off x="982133" y="1134208"/>
            <a:ext cx="7704667" cy="4865608"/>
          </a:xfrm>
        </p:spPr>
        <p:txBody>
          <a:bodyPr/>
          <a:lstStyle/>
          <a:p>
            <a:pPr marL="0" indent="0">
              <a:lnSpc>
                <a:spcPct val="107000"/>
              </a:lnSpc>
              <a:spcAft>
                <a:spcPts val="0"/>
              </a:spcAft>
              <a:buNone/>
            </a:pPr>
            <a:r>
              <a:rPr lang="en-IN" sz="32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Existing System</a:t>
            </a:r>
            <a:endParaRPr lang="en-IN" sz="3200" dirty="0">
              <a:effectLst/>
              <a:latin typeface="Times New Roman" panose="02020603050405020304" pitchFamily="18" charset="0"/>
              <a:ea typeface="Calibri" panose="020F0502020204030204" pitchFamily="34" charset="0"/>
              <a:cs typeface="Times New Roman" panose="02020603050405020304" pitchFamily="18" charset="0"/>
            </a:endParaRPr>
          </a:p>
          <a:p>
            <a:pPr marL="289560" marR="339725">
              <a:lnSpc>
                <a:spcPct val="107000"/>
              </a:lnSpc>
              <a:spcBef>
                <a:spcPts val="180"/>
              </a:spcBef>
              <a:spcAft>
                <a:spcPts val="0"/>
              </a:spcAft>
              <a:buFont typeface="Wingdings" panose="05000000000000000000" pitchFamily="2" charset="2"/>
              <a:buChar char="Ø"/>
            </a:pPr>
            <a:endParaRPr lang="en-IN" sz="1800" dirty="0">
              <a:solidFill>
                <a:srgbClr val="000000"/>
              </a:solidFill>
              <a:effectLst/>
              <a:latin typeface="Calibri" panose="020F0502020204030204" pitchFamily="34" charset="0"/>
              <a:ea typeface="Calibri" panose="020F0502020204030204" pitchFamily="34" charset="0"/>
            </a:endParaRPr>
          </a:p>
          <a:p>
            <a:pPr marL="289560" marR="339725">
              <a:lnSpc>
                <a:spcPct val="107000"/>
              </a:lnSpc>
              <a:spcBef>
                <a:spcPts val="180"/>
              </a:spcBef>
              <a:spcAft>
                <a:spcPts val="0"/>
              </a:spcAft>
              <a:buFont typeface="Wingdings" panose="05000000000000000000" pitchFamily="2" charset="2"/>
              <a:buChar char="Ø"/>
            </a:pPr>
            <a:r>
              <a:rPr lang="en-IN" sz="1800" dirty="0">
                <a:solidFill>
                  <a:srgbClr val="000000"/>
                </a:solidFill>
                <a:effectLst/>
                <a:latin typeface="Calibri" panose="020F0502020204030204" pitchFamily="34" charset="0"/>
                <a:ea typeface="Calibri" panose="020F0502020204030204" pitchFamily="34" charset="0"/>
              </a:rPr>
              <a:t>The </a:t>
            </a:r>
            <a:r>
              <a:rPr lang="en-IN" sz="1800" spc="-5" dirty="0">
                <a:solidFill>
                  <a:srgbClr val="000000"/>
                </a:solidFill>
                <a:effectLst/>
                <a:latin typeface="Calibri" panose="020F0502020204030204" pitchFamily="34" charset="0"/>
                <a:ea typeface="Calibri" panose="020F0502020204030204" pitchFamily="34" charset="0"/>
              </a:rPr>
              <a:t>e</a:t>
            </a:r>
            <a:r>
              <a:rPr lang="en-IN" sz="1800" dirty="0">
                <a:solidFill>
                  <a:srgbClr val="000000"/>
                </a:solidFill>
                <a:effectLst/>
                <a:latin typeface="Calibri" panose="020F0502020204030204" pitchFamily="34" charset="0"/>
                <a:ea typeface="Calibri" panose="020F0502020204030204" pitchFamily="34" charset="0"/>
              </a:rPr>
              <a:t>xist</a:t>
            </a:r>
            <a:r>
              <a:rPr lang="en-IN" sz="1800" spc="5" dirty="0">
                <a:solidFill>
                  <a:srgbClr val="000000"/>
                </a:solidFill>
                <a:effectLst/>
                <a:latin typeface="Calibri" panose="020F0502020204030204" pitchFamily="34" charset="0"/>
                <a:ea typeface="Calibri" panose="020F0502020204030204" pitchFamily="34" charset="0"/>
              </a:rPr>
              <a:t>i</a:t>
            </a:r>
            <a:r>
              <a:rPr lang="en-IN" sz="1800" dirty="0">
                <a:solidFill>
                  <a:srgbClr val="000000"/>
                </a:solidFill>
                <a:effectLst/>
                <a:latin typeface="Calibri" panose="020F0502020204030204" pitchFamily="34" charset="0"/>
                <a:ea typeface="Calibri" panose="020F0502020204030204" pitchFamily="34" charset="0"/>
              </a:rPr>
              <a:t>ng system</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largely consis</a:t>
            </a:r>
            <a:r>
              <a:rPr lang="en-IN" sz="1800" spc="5"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s of physical register whe</a:t>
            </a:r>
            <a:r>
              <a:rPr lang="en-IN" sz="1800" spc="5" dirty="0">
                <a:solidFill>
                  <a:srgbClr val="000000"/>
                </a:solidFill>
                <a:effectLst/>
                <a:latin typeface="Calibri" panose="020F0502020204030204" pitchFamily="34" charset="0"/>
                <a:ea typeface="Calibri" panose="020F0502020204030204" pitchFamily="34" charset="0"/>
              </a:rPr>
              <a:t>r</a:t>
            </a:r>
            <a:r>
              <a:rPr lang="en-IN" sz="1800" dirty="0">
                <a:solidFill>
                  <a:srgbClr val="000000"/>
                </a:solidFill>
                <a:effectLst/>
                <a:latin typeface="Calibri" panose="020F0502020204030204" pitchFamily="34" charset="0"/>
                <a:ea typeface="Calibri" panose="020F0502020204030204" pitchFamily="34" charset="0"/>
              </a:rPr>
              <a:t>e the super</a:t>
            </a:r>
            <a:r>
              <a:rPr lang="en-IN" sz="1800" spc="-5" dirty="0">
                <a:solidFill>
                  <a:srgbClr val="000000"/>
                </a:solidFill>
                <a:effectLst/>
                <a:latin typeface="Calibri" panose="020F0502020204030204" pitchFamily="34" charset="0"/>
                <a:ea typeface="Calibri" panose="020F0502020204030204" pitchFamily="34" charset="0"/>
              </a:rPr>
              <a:t>v</a:t>
            </a:r>
            <a:r>
              <a:rPr lang="en-IN" sz="1800" dirty="0">
                <a:solidFill>
                  <a:srgbClr val="000000"/>
                </a:solidFill>
                <a:effectLst/>
                <a:latin typeface="Calibri" panose="020F0502020204030204" pitchFamily="34" charset="0"/>
                <a:ea typeface="Calibri" panose="020F0502020204030204" pitchFamily="34" charset="0"/>
              </a:rPr>
              <a:t>is</a:t>
            </a:r>
            <a:r>
              <a:rPr lang="en-IN" sz="1800" spc="5" dirty="0">
                <a:solidFill>
                  <a:srgbClr val="000000"/>
                </a:solidFill>
                <a:effectLst/>
                <a:latin typeface="Calibri" panose="020F0502020204030204" pitchFamily="34" charset="0"/>
                <a:ea typeface="Calibri" panose="020F0502020204030204" pitchFamily="34" charset="0"/>
              </a:rPr>
              <a:t>o</a:t>
            </a:r>
            <a:r>
              <a:rPr lang="en-IN" sz="1800" dirty="0">
                <a:solidFill>
                  <a:srgbClr val="000000"/>
                </a:solidFill>
                <a:effectLst/>
                <a:latin typeface="Calibri" panose="020F0502020204030204" pitchFamily="34" charset="0"/>
                <a:ea typeface="Calibri" panose="020F0502020204030204" pitchFamily="34" charset="0"/>
              </a:rPr>
              <a:t>r manual</a:t>
            </a:r>
            <a:r>
              <a:rPr lang="en-IN" sz="1800" spc="5" dirty="0">
                <a:solidFill>
                  <a:srgbClr val="000000"/>
                </a:solidFill>
                <a:effectLst/>
                <a:latin typeface="Calibri" panose="020F0502020204030204" pitchFamily="34" charset="0"/>
                <a:ea typeface="Calibri" panose="020F0502020204030204" pitchFamily="34" charset="0"/>
              </a:rPr>
              <a:t>l</a:t>
            </a:r>
            <a:r>
              <a:rPr lang="en-IN" sz="1800" dirty="0">
                <a:solidFill>
                  <a:srgbClr val="000000"/>
                </a:solidFill>
                <a:effectLst/>
                <a:latin typeface="Calibri" panose="020F0502020204030204" pitchFamily="34" charset="0"/>
                <a:ea typeface="Calibri" panose="020F0502020204030204" pitchFamily="34" charset="0"/>
              </a:rPr>
              <a:t>y inpu</a:t>
            </a:r>
            <a:r>
              <a:rPr lang="en-IN" sz="1800" spc="5"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s the attendance record</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of all</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students. Other</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tec</a:t>
            </a:r>
            <a:r>
              <a:rPr lang="en-IN" sz="1800" spc="5" dirty="0">
                <a:solidFill>
                  <a:srgbClr val="000000"/>
                </a:solidFill>
                <a:effectLst/>
                <a:latin typeface="Calibri" panose="020F0502020204030204" pitchFamily="34" charset="0"/>
                <a:ea typeface="Calibri" panose="020F0502020204030204" pitchFamily="34" charset="0"/>
              </a:rPr>
              <a:t>h</a:t>
            </a:r>
            <a:r>
              <a:rPr lang="en-IN" sz="1800" dirty="0">
                <a:solidFill>
                  <a:srgbClr val="000000"/>
                </a:solidFill>
                <a:effectLst/>
                <a:latin typeface="Calibri" panose="020F0502020204030204" pitchFamily="34" charset="0"/>
                <a:ea typeface="Calibri" panose="020F0502020204030204" pitchFamily="34" charset="0"/>
              </a:rPr>
              <a:t>nolog</a:t>
            </a:r>
            <a:r>
              <a:rPr lang="en-IN" sz="1800" spc="5" dirty="0">
                <a:solidFill>
                  <a:srgbClr val="000000"/>
                </a:solidFill>
                <a:effectLst/>
                <a:latin typeface="Calibri" panose="020F0502020204030204" pitchFamily="34" charset="0"/>
                <a:ea typeface="Calibri" panose="020F0502020204030204" pitchFamily="34" charset="0"/>
              </a:rPr>
              <a:t>i</a:t>
            </a:r>
            <a:r>
              <a:rPr lang="en-IN" sz="1800" dirty="0">
                <a:solidFill>
                  <a:srgbClr val="000000"/>
                </a:solidFill>
                <a:effectLst/>
                <a:latin typeface="Calibri" panose="020F0502020204030204" pitchFamily="34" charset="0"/>
                <a:ea typeface="Calibri" panose="020F0502020204030204" pitchFamily="34" charset="0"/>
              </a:rPr>
              <a:t>es which have been</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dev</a:t>
            </a:r>
            <a:r>
              <a:rPr lang="en-IN" sz="1800" spc="-5" dirty="0">
                <a:solidFill>
                  <a:srgbClr val="000000"/>
                </a:solidFill>
                <a:effectLst/>
                <a:latin typeface="Calibri" panose="020F0502020204030204" pitchFamily="34" charset="0"/>
                <a:ea typeface="Calibri" panose="020F0502020204030204" pitchFamily="34" charset="0"/>
              </a:rPr>
              <a:t>e</a:t>
            </a:r>
            <a:r>
              <a:rPr lang="en-IN" sz="1800" dirty="0">
                <a:solidFill>
                  <a:srgbClr val="000000"/>
                </a:solidFill>
                <a:effectLst/>
                <a:latin typeface="Calibri" panose="020F0502020204030204" pitchFamily="34" charset="0"/>
                <a:ea typeface="Calibri" panose="020F0502020204030204" pitchFamily="34" charset="0"/>
              </a:rPr>
              <a:t>loped to </a:t>
            </a:r>
            <a:r>
              <a:rPr lang="en-IN" sz="1800" spc="5" dirty="0">
                <a:solidFill>
                  <a:srgbClr val="000000"/>
                </a:solidFill>
                <a:effectLst/>
                <a:latin typeface="Calibri" panose="020F0502020204030204" pitchFamily="34" charset="0"/>
                <a:ea typeface="Calibri" panose="020F0502020204030204" pitchFamily="34" charset="0"/>
              </a:rPr>
              <a:t>r</a:t>
            </a:r>
            <a:r>
              <a:rPr lang="en-IN" sz="1800" dirty="0">
                <a:solidFill>
                  <a:srgbClr val="000000"/>
                </a:solidFill>
                <a:effectLst/>
                <a:latin typeface="Calibri" panose="020F0502020204030204" pitchFamily="34" charset="0"/>
                <a:ea typeface="Calibri" panose="020F0502020204030204" pitchFamily="34" charset="0"/>
              </a:rPr>
              <a:t>eplace this manual system</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i</a:t>
            </a:r>
            <a:r>
              <a:rPr lang="en-IN" sz="1800" spc="15" dirty="0">
                <a:solidFill>
                  <a:srgbClr val="000000"/>
                </a:solidFill>
                <a:effectLst/>
                <a:latin typeface="Calibri" panose="020F0502020204030204" pitchFamily="34" charset="0"/>
                <a:ea typeface="Calibri" panose="020F0502020204030204" pitchFamily="34" charset="0"/>
              </a:rPr>
              <a:t>n</a:t>
            </a:r>
            <a:r>
              <a:rPr lang="en-IN" sz="1800" spc="5" dirty="0">
                <a:solidFill>
                  <a:srgbClr val="000000"/>
                </a:solidFill>
                <a:effectLst/>
                <a:latin typeface="Calibri" panose="020F0502020204030204" pitchFamily="34" charset="0"/>
                <a:ea typeface="Calibri" panose="020F0502020204030204" pitchFamily="34" charset="0"/>
              </a:rPr>
              <a:t>c</a:t>
            </a:r>
            <a:r>
              <a:rPr lang="en-IN" sz="1800" dirty="0">
                <a:solidFill>
                  <a:srgbClr val="000000"/>
                </a:solidFill>
                <a:effectLst/>
                <a:latin typeface="Calibri" panose="020F0502020204030204" pitchFamily="34" charset="0"/>
                <a:ea typeface="Calibri" panose="020F0502020204030204" pitchFamily="34" charset="0"/>
              </a:rPr>
              <a:t>lude</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fingerprin</a:t>
            </a:r>
            <a:r>
              <a:rPr lang="en-IN" sz="1800" spc="5"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 </a:t>
            </a:r>
            <a:r>
              <a:rPr lang="en-IN" sz="1800" spc="-5" dirty="0">
                <a:solidFill>
                  <a:srgbClr val="000000"/>
                </a:solidFill>
                <a:effectLst/>
                <a:latin typeface="Calibri" panose="020F0502020204030204" pitchFamily="34" charset="0"/>
                <a:ea typeface="Calibri" panose="020F0502020204030204" pitchFamily="34" charset="0"/>
              </a:rPr>
              <a:t>r</a:t>
            </a:r>
            <a:r>
              <a:rPr lang="en-IN" sz="1800" spc="5" dirty="0">
                <a:solidFill>
                  <a:srgbClr val="000000"/>
                </a:solidFill>
                <a:effectLst/>
                <a:latin typeface="Calibri" panose="020F0502020204030204" pitchFamily="34" charset="0"/>
                <a:ea typeface="Calibri" panose="020F0502020204030204" pitchFamily="34" charset="0"/>
              </a:rPr>
              <a:t>e</a:t>
            </a:r>
            <a:r>
              <a:rPr lang="en-IN" sz="1800" dirty="0">
                <a:solidFill>
                  <a:srgbClr val="000000"/>
                </a:solidFill>
                <a:effectLst/>
                <a:latin typeface="Calibri" panose="020F0502020204030204" pitchFamily="34" charset="0"/>
                <a:ea typeface="Calibri" panose="020F0502020204030204" pitchFamily="34" charset="0"/>
              </a:rPr>
              <a:t>t</a:t>
            </a:r>
            <a:r>
              <a:rPr lang="en-IN" sz="1800" spc="5" dirty="0">
                <a:solidFill>
                  <a:srgbClr val="000000"/>
                </a:solidFill>
                <a:effectLst/>
                <a:latin typeface="Calibri" panose="020F0502020204030204" pitchFamily="34" charset="0"/>
                <a:ea typeface="Calibri" panose="020F0502020204030204" pitchFamily="34" charset="0"/>
              </a:rPr>
              <a:t>i</a:t>
            </a:r>
            <a:r>
              <a:rPr lang="en-IN" sz="1800" dirty="0">
                <a:solidFill>
                  <a:srgbClr val="000000"/>
                </a:solidFill>
                <a:effectLst/>
                <a:latin typeface="Calibri" panose="020F0502020204030204" pitchFamily="34" charset="0"/>
                <a:ea typeface="Calibri" panose="020F0502020204030204" pitchFamily="34" charset="0"/>
              </a:rPr>
              <a:t>na scan, voice r</a:t>
            </a:r>
            <a:r>
              <a:rPr lang="en-IN" sz="1800" spc="5" dirty="0">
                <a:solidFill>
                  <a:srgbClr val="000000"/>
                </a:solidFill>
                <a:effectLst/>
                <a:latin typeface="Calibri" panose="020F0502020204030204" pitchFamily="34" charset="0"/>
                <a:ea typeface="Calibri" panose="020F0502020204030204" pitchFamily="34" charset="0"/>
              </a:rPr>
              <a:t>e</a:t>
            </a:r>
            <a:r>
              <a:rPr lang="en-IN" sz="1800" dirty="0">
                <a:solidFill>
                  <a:srgbClr val="000000"/>
                </a:solidFill>
                <a:effectLst/>
                <a:latin typeface="Calibri" panose="020F0502020204030204" pitchFamily="34" charset="0"/>
                <a:ea typeface="Calibri" panose="020F0502020204030204" pitchFamily="34" charset="0"/>
              </a:rPr>
              <a:t>cogn</a:t>
            </a:r>
            <a:r>
              <a:rPr lang="en-IN" sz="1800" spc="30" dirty="0">
                <a:solidFill>
                  <a:srgbClr val="000000"/>
                </a:solidFill>
                <a:effectLst/>
                <a:latin typeface="Calibri" panose="020F0502020204030204" pitchFamily="34" charset="0"/>
                <a:ea typeface="Calibri" panose="020F0502020204030204" pitchFamily="34" charset="0"/>
              </a:rPr>
              <a:t>i</a:t>
            </a:r>
            <a:r>
              <a:rPr lang="en-IN" sz="1800" spc="5" dirty="0">
                <a:solidFill>
                  <a:srgbClr val="000000"/>
                </a:solidFill>
                <a:effectLst/>
                <a:latin typeface="Calibri" panose="020F0502020204030204" pitchFamily="34" charset="0"/>
                <a:ea typeface="Calibri" panose="020F0502020204030204" pitchFamily="34" charset="0"/>
              </a:rPr>
              <a:t>ti</a:t>
            </a:r>
            <a:r>
              <a:rPr lang="en-IN" sz="1800" dirty="0">
                <a:solidFill>
                  <a:srgbClr val="000000"/>
                </a:solidFill>
                <a:effectLst/>
                <a:latin typeface="Calibri" panose="020F0502020204030204" pitchFamily="34" charset="0"/>
                <a:ea typeface="Calibri" panose="020F0502020204030204" pitchFamily="34" charset="0"/>
              </a:rPr>
              <a:t>on etc. The problem wi</a:t>
            </a:r>
            <a:r>
              <a:rPr lang="en-IN" sz="1800" spc="10"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h exist</a:t>
            </a:r>
            <a:r>
              <a:rPr lang="en-IN" sz="1800" spc="5" dirty="0">
                <a:solidFill>
                  <a:srgbClr val="000000"/>
                </a:solidFill>
                <a:effectLst/>
                <a:latin typeface="Calibri" panose="020F0502020204030204" pitchFamily="34" charset="0"/>
                <a:ea typeface="Calibri" panose="020F0502020204030204" pitchFamily="34" charset="0"/>
              </a:rPr>
              <a:t>i</a:t>
            </a:r>
            <a:r>
              <a:rPr lang="en-IN" sz="1800" dirty="0">
                <a:solidFill>
                  <a:srgbClr val="000000"/>
                </a:solidFill>
                <a:effectLst/>
                <a:latin typeface="Calibri" panose="020F0502020204030204" pitchFamily="34" charset="0"/>
                <a:ea typeface="Calibri" panose="020F0502020204030204" pitchFamily="34" charset="0"/>
              </a:rPr>
              <a:t>ng</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system</a:t>
            </a:r>
            <a:r>
              <a:rPr lang="en-IN" sz="1800" spc="-10"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is t</a:t>
            </a:r>
            <a:r>
              <a:rPr lang="en-IN" sz="1800" spc="5" dirty="0">
                <a:solidFill>
                  <a:srgbClr val="000000"/>
                </a:solidFill>
                <a:effectLst/>
                <a:latin typeface="Calibri" panose="020F0502020204030204" pitchFamily="34" charset="0"/>
                <a:ea typeface="Calibri" panose="020F0502020204030204" pitchFamily="34" charset="0"/>
              </a:rPr>
              <a:t>h</a:t>
            </a:r>
            <a:r>
              <a:rPr lang="en-IN" sz="1800" dirty="0">
                <a:solidFill>
                  <a:srgbClr val="000000"/>
                </a:solidFill>
                <a:effectLst/>
                <a:latin typeface="Calibri" panose="020F0502020204030204" pitchFamily="34" charset="0"/>
                <a:ea typeface="Calibri" panose="020F0502020204030204" pitchFamily="34" charset="0"/>
              </a:rPr>
              <a:t>at t</a:t>
            </a:r>
            <a:r>
              <a:rPr lang="en-IN" sz="1800" spc="5" dirty="0">
                <a:solidFill>
                  <a:srgbClr val="000000"/>
                </a:solidFill>
                <a:effectLst/>
                <a:latin typeface="Calibri" panose="020F0502020204030204" pitchFamily="34" charset="0"/>
                <a:ea typeface="Calibri" panose="020F0502020204030204" pitchFamily="34" charset="0"/>
              </a:rPr>
              <a:t>h</a:t>
            </a:r>
            <a:r>
              <a:rPr lang="en-IN" sz="1800" dirty="0">
                <a:solidFill>
                  <a:srgbClr val="000000"/>
                </a:solidFill>
                <a:effectLst/>
                <a:latin typeface="Calibri" panose="020F0502020204030204" pitchFamily="34" charset="0"/>
                <a:ea typeface="Calibri" panose="020F0502020204030204" pitchFamily="34" charset="0"/>
              </a:rPr>
              <a:t>e </a:t>
            </a:r>
            <a:r>
              <a:rPr lang="en-IN" sz="1800" spc="-5" dirty="0">
                <a:solidFill>
                  <a:srgbClr val="000000"/>
                </a:solidFill>
                <a:effectLst/>
                <a:latin typeface="Calibri" panose="020F0502020204030204" pitchFamily="34" charset="0"/>
                <a:ea typeface="Calibri" panose="020F0502020204030204" pitchFamily="34" charset="0"/>
              </a:rPr>
              <a:t>m</a:t>
            </a:r>
            <a:r>
              <a:rPr lang="en-IN" sz="1800" dirty="0">
                <a:solidFill>
                  <a:srgbClr val="000000"/>
                </a:solidFill>
                <a:effectLst/>
                <a:latin typeface="Calibri" panose="020F0502020204030204" pitchFamily="34" charset="0"/>
                <a:ea typeface="Calibri" panose="020F0502020204030204" pitchFamily="34" charset="0"/>
              </a:rPr>
              <a:t>a</a:t>
            </a:r>
            <a:r>
              <a:rPr lang="en-IN" sz="1800" spc="10" dirty="0">
                <a:solidFill>
                  <a:srgbClr val="000000"/>
                </a:solidFill>
                <a:effectLst/>
                <a:latin typeface="Calibri" panose="020F0502020204030204" pitchFamily="34" charset="0"/>
                <a:ea typeface="Calibri" panose="020F0502020204030204" pitchFamily="34" charset="0"/>
              </a:rPr>
              <a:t>n</a:t>
            </a:r>
            <a:r>
              <a:rPr lang="en-IN" sz="1800" dirty="0">
                <a:solidFill>
                  <a:srgbClr val="000000"/>
                </a:solidFill>
                <a:effectLst/>
                <a:latin typeface="Calibri" panose="020F0502020204030204" pitchFamily="34" charset="0"/>
                <a:ea typeface="Calibri" panose="020F0502020204030204" pitchFamily="34" charset="0"/>
              </a:rPr>
              <a:t>ual system</a:t>
            </a:r>
            <a:r>
              <a:rPr lang="en-IN" sz="1800" spc="41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is t</a:t>
            </a:r>
            <a:r>
              <a:rPr lang="en-IN" sz="1800" spc="5" dirty="0">
                <a:solidFill>
                  <a:srgbClr val="000000"/>
                </a:solidFill>
                <a:effectLst/>
                <a:latin typeface="Calibri" panose="020F0502020204030204" pitchFamily="34" charset="0"/>
                <a:ea typeface="Calibri" panose="020F0502020204030204" pitchFamily="34" charset="0"/>
              </a:rPr>
              <a:t>i</a:t>
            </a:r>
            <a:r>
              <a:rPr lang="en-IN" sz="1800" dirty="0">
                <a:solidFill>
                  <a:srgbClr val="000000"/>
                </a:solidFill>
                <a:effectLst/>
                <a:latin typeface="Calibri" panose="020F0502020204030204" pitchFamily="34" charset="0"/>
                <a:ea typeface="Calibri" panose="020F0502020204030204" pitchFamily="34" charset="0"/>
              </a:rPr>
              <a:t>me</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c</a:t>
            </a:r>
            <a:r>
              <a:rPr lang="en-IN" sz="1800" spc="-5" dirty="0">
                <a:solidFill>
                  <a:srgbClr val="000000"/>
                </a:solidFill>
                <a:effectLst/>
                <a:latin typeface="Calibri" panose="020F0502020204030204" pitchFamily="34" charset="0"/>
                <a:ea typeface="Calibri" panose="020F0502020204030204" pitchFamily="34" charset="0"/>
              </a:rPr>
              <a:t>o</a:t>
            </a:r>
            <a:r>
              <a:rPr lang="en-IN" sz="1800" dirty="0">
                <a:solidFill>
                  <a:srgbClr val="000000"/>
                </a:solidFill>
                <a:effectLst/>
                <a:latin typeface="Calibri" panose="020F0502020204030204" pitchFamily="34" charset="0"/>
                <a:ea typeface="Calibri" panose="020F0502020204030204" pitchFamily="34" charset="0"/>
              </a:rPr>
              <a:t>nsuming a</a:t>
            </a:r>
            <a:r>
              <a:rPr lang="en-IN" sz="1800" spc="5" dirty="0">
                <a:solidFill>
                  <a:srgbClr val="000000"/>
                </a:solidFill>
                <a:effectLst/>
                <a:latin typeface="Calibri" panose="020F0502020204030204" pitchFamily="34" charset="0"/>
                <a:ea typeface="Calibri" panose="020F0502020204030204" pitchFamily="34" charset="0"/>
              </a:rPr>
              <a:t>n</a:t>
            </a:r>
            <a:r>
              <a:rPr lang="en-IN" sz="1800" dirty="0">
                <a:solidFill>
                  <a:srgbClr val="000000"/>
                </a:solidFill>
                <a:effectLst/>
                <a:latin typeface="Calibri" panose="020F0502020204030204" pitchFamily="34" charset="0"/>
                <a:ea typeface="Calibri" panose="020F0502020204030204" pitchFamily="34" charset="0"/>
              </a:rPr>
              <a:t>d the advanced techno</a:t>
            </a:r>
            <a:r>
              <a:rPr lang="en-IN" sz="1800" spc="5" dirty="0">
                <a:solidFill>
                  <a:srgbClr val="000000"/>
                </a:solidFill>
                <a:effectLst/>
                <a:latin typeface="Calibri" panose="020F0502020204030204" pitchFamily="34" charset="0"/>
                <a:ea typeface="Calibri" panose="020F0502020204030204" pitchFamily="34" charset="0"/>
              </a:rPr>
              <a:t>l</a:t>
            </a:r>
            <a:r>
              <a:rPr lang="en-IN" sz="1800" dirty="0">
                <a:solidFill>
                  <a:srgbClr val="000000"/>
                </a:solidFill>
                <a:effectLst/>
                <a:latin typeface="Calibri" panose="020F0502020204030204" pitchFamily="34" charset="0"/>
                <a:ea typeface="Calibri" panose="020F0502020204030204" pitchFamily="34" charset="0"/>
              </a:rPr>
              <a:t>og</a:t>
            </a:r>
            <a:r>
              <a:rPr lang="en-IN" sz="1800" spc="5" dirty="0">
                <a:solidFill>
                  <a:srgbClr val="000000"/>
                </a:solidFill>
                <a:effectLst/>
                <a:latin typeface="Calibri" panose="020F0502020204030204" pitchFamily="34" charset="0"/>
                <a:ea typeface="Calibri" panose="020F0502020204030204" pitchFamily="34" charset="0"/>
              </a:rPr>
              <a:t>i</a:t>
            </a:r>
            <a:r>
              <a:rPr lang="en-IN" sz="1800" dirty="0">
                <a:solidFill>
                  <a:srgbClr val="000000"/>
                </a:solidFill>
                <a:effectLst/>
                <a:latin typeface="Calibri" panose="020F0502020204030204" pitchFamily="34" charset="0"/>
                <a:ea typeface="Calibri" panose="020F0502020204030204" pitchFamily="34" charset="0"/>
              </a:rPr>
              <a:t>es a</a:t>
            </a:r>
            <a:r>
              <a:rPr lang="en-IN" sz="1800" spc="-5" dirty="0">
                <a:solidFill>
                  <a:srgbClr val="000000"/>
                </a:solidFill>
                <a:effectLst/>
                <a:latin typeface="Calibri" panose="020F0502020204030204" pitchFamily="34" charset="0"/>
                <a:ea typeface="Calibri" panose="020F0502020204030204" pitchFamily="34" charset="0"/>
              </a:rPr>
              <a:t>r</a:t>
            </a:r>
            <a:r>
              <a:rPr lang="en-IN" sz="1800" dirty="0">
                <a:solidFill>
                  <a:srgbClr val="000000"/>
                </a:solidFill>
                <a:effectLst/>
                <a:latin typeface="Calibri" panose="020F0502020204030204" pitchFamily="34" charset="0"/>
                <a:ea typeface="Calibri" panose="020F0502020204030204" pitchFamily="34" charset="0"/>
              </a:rPr>
              <a:t>e too expensive to </a:t>
            </a:r>
            <a:r>
              <a:rPr lang="en-IN" sz="1800" spc="5" dirty="0">
                <a:solidFill>
                  <a:srgbClr val="000000"/>
                </a:solidFill>
                <a:effectLst/>
                <a:latin typeface="Calibri" panose="020F0502020204030204" pitchFamily="34" charset="0"/>
                <a:ea typeface="Calibri" panose="020F0502020204030204" pitchFamily="34" charset="0"/>
              </a:rPr>
              <a:t>b</a:t>
            </a:r>
            <a:r>
              <a:rPr lang="en-IN" sz="1800" dirty="0">
                <a:solidFill>
                  <a:srgbClr val="000000"/>
                </a:solidFill>
                <a:effectLst/>
                <a:latin typeface="Calibri" panose="020F0502020204030204" pitchFamily="34" charset="0"/>
                <a:ea typeface="Calibri" panose="020F0502020204030204" pitchFamily="34" charset="0"/>
              </a:rPr>
              <a:t>e imp</a:t>
            </a:r>
            <a:r>
              <a:rPr lang="en-IN" sz="1800" spc="5" dirty="0">
                <a:solidFill>
                  <a:srgbClr val="000000"/>
                </a:solidFill>
                <a:effectLst/>
                <a:latin typeface="Calibri" panose="020F0502020204030204" pitchFamily="34" charset="0"/>
                <a:ea typeface="Calibri" panose="020F0502020204030204" pitchFamily="34" charset="0"/>
              </a:rPr>
              <a:t>l</a:t>
            </a:r>
            <a:r>
              <a:rPr lang="en-IN" sz="1800" dirty="0">
                <a:solidFill>
                  <a:srgbClr val="000000"/>
                </a:solidFill>
                <a:effectLst/>
                <a:latin typeface="Calibri" panose="020F0502020204030204" pitchFamily="34" charset="0"/>
                <a:ea typeface="Calibri" panose="020F0502020204030204" pitchFamily="34" charset="0"/>
              </a:rPr>
              <a:t>emented </a:t>
            </a:r>
            <a:r>
              <a:rPr lang="en-IN" sz="1800" spc="5" dirty="0">
                <a:solidFill>
                  <a:srgbClr val="000000"/>
                </a:solidFill>
                <a:effectLst/>
                <a:latin typeface="Calibri" panose="020F0502020204030204" pitchFamily="34" charset="0"/>
                <a:ea typeface="Calibri" panose="020F0502020204030204" pitchFamily="34" charset="0"/>
              </a:rPr>
              <a:t>o</a:t>
            </a:r>
            <a:r>
              <a:rPr lang="en-IN" sz="1800" dirty="0">
                <a:solidFill>
                  <a:srgbClr val="000000"/>
                </a:solidFill>
                <a:effectLst/>
                <a:latin typeface="Calibri" panose="020F0502020204030204" pitchFamily="34" charset="0"/>
                <a:ea typeface="Calibri" panose="020F0502020204030204" pitchFamily="34" charset="0"/>
              </a:rPr>
              <a:t>n a l</a:t>
            </a:r>
            <a:r>
              <a:rPr lang="en-IN" sz="1800" spc="5" dirty="0">
                <a:solidFill>
                  <a:srgbClr val="000000"/>
                </a:solidFill>
                <a:effectLst/>
                <a:latin typeface="Calibri" panose="020F0502020204030204" pitchFamily="34" charset="0"/>
                <a:ea typeface="Calibri" panose="020F0502020204030204" pitchFamily="34" charset="0"/>
              </a:rPr>
              <a:t>a</a:t>
            </a:r>
            <a:r>
              <a:rPr lang="en-IN" sz="1800" dirty="0">
                <a:solidFill>
                  <a:srgbClr val="000000"/>
                </a:solidFill>
                <a:effectLst/>
                <a:latin typeface="Calibri" panose="020F0502020204030204" pitchFamily="34" charset="0"/>
                <a:ea typeface="Calibri" panose="020F0502020204030204" pitchFamily="34" charset="0"/>
              </a:rPr>
              <a:t>rge</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scale in any</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org</a:t>
            </a:r>
            <a:r>
              <a:rPr lang="en-IN" sz="1800" spc="5" dirty="0">
                <a:solidFill>
                  <a:srgbClr val="000000"/>
                </a:solidFill>
                <a:effectLst/>
                <a:latin typeface="Calibri" panose="020F0502020204030204" pitchFamily="34" charset="0"/>
                <a:ea typeface="Calibri" panose="020F0502020204030204" pitchFamily="34" charset="0"/>
              </a:rPr>
              <a:t>a</a:t>
            </a:r>
            <a:r>
              <a:rPr lang="en-IN" sz="1800" dirty="0">
                <a:solidFill>
                  <a:srgbClr val="000000"/>
                </a:solidFill>
                <a:effectLst/>
                <a:latin typeface="Calibri" panose="020F0502020204030204" pitchFamily="34" charset="0"/>
                <a:ea typeface="Calibri" panose="020F0502020204030204" pitchFamily="34" charset="0"/>
              </a:rPr>
              <a:t>ni</a:t>
            </a:r>
            <a:r>
              <a:rPr lang="en-IN" sz="1800" spc="5" dirty="0">
                <a:solidFill>
                  <a:srgbClr val="000000"/>
                </a:solidFill>
                <a:effectLst/>
                <a:latin typeface="Calibri" panose="020F0502020204030204" pitchFamily="34" charset="0"/>
                <a:ea typeface="Calibri" panose="020F0502020204030204" pitchFamily="34" charset="0"/>
              </a:rPr>
              <a:t>z</a:t>
            </a:r>
            <a:r>
              <a:rPr lang="en-IN" sz="1800" dirty="0">
                <a:solidFill>
                  <a:srgbClr val="000000"/>
                </a:solidFill>
                <a:effectLst/>
                <a:latin typeface="Calibri" panose="020F0502020204030204" pitchFamily="34" charset="0"/>
                <a:ea typeface="Calibri" panose="020F0502020204030204" pitchFamily="34" charset="0"/>
              </a:rPr>
              <a:t>ation.</a:t>
            </a:r>
            <a:endParaRPr lang="en-IN" sz="1800" dirty="0">
              <a:effectLst/>
              <a:latin typeface="Calibri" panose="020F0502020204030204" pitchFamily="34" charset="0"/>
              <a:ea typeface="Calibri" panose="020F0502020204030204" pitchFamily="34" charset="0"/>
            </a:endParaRPr>
          </a:p>
          <a:p>
            <a:pPr marL="0" indent="0">
              <a:buNone/>
            </a:pPr>
            <a:endParaRPr lang="en-IN"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2" name="Title 1">
            <a:extLst>
              <a:ext uri="{FF2B5EF4-FFF2-40B4-BE49-F238E27FC236}">
                <a16:creationId xmlns:a16="http://schemas.microsoft.com/office/drawing/2014/main" id="{5255B787-EFA0-97AD-B3FF-6C7752D50AF5}"/>
              </a:ext>
            </a:extLst>
          </p:cNvPr>
          <p:cNvSpPr>
            <a:spLocks noGrp="1"/>
          </p:cNvSpPr>
          <p:nvPr>
            <p:ph type="title"/>
          </p:nvPr>
        </p:nvSpPr>
        <p:spPr>
          <a:xfrm>
            <a:off x="982133" y="457201"/>
            <a:ext cx="7704667" cy="791307"/>
          </a:xfrm>
        </p:spPr>
        <p:txBody>
          <a:bodyPr>
            <a:normAutofit fontScale="90000"/>
          </a:bodyPr>
          <a:lstStyle/>
          <a:p>
            <a:r>
              <a:rPr lang="en-IN" sz="4800" b="1"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9907EB19-9A71-1B96-F9A9-FFE655D5A5FA}"/>
              </a:ext>
            </a:extLst>
          </p:cNvPr>
          <p:cNvSpPr>
            <a:spLocks noGrp="1"/>
          </p:cNvSpPr>
          <p:nvPr>
            <p:ph idx="1"/>
          </p:nvPr>
        </p:nvSpPr>
        <p:spPr/>
        <p:txBody>
          <a:bodyPr>
            <a:normAutofit lnSpcReduction="10000"/>
          </a:bodyPr>
          <a:lstStyle/>
          <a:p>
            <a:r>
              <a:rPr lang="en-IN" sz="1800" dirty="0">
                <a:solidFill>
                  <a:srgbClr val="000000"/>
                </a:solidFill>
                <a:effectLst/>
                <a:latin typeface="Calibri" panose="020F0502020204030204" pitchFamily="34" charset="0"/>
                <a:ea typeface="Calibri" panose="020F0502020204030204" pitchFamily="34" charset="0"/>
              </a:rPr>
              <a:t>The following system</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elimin</a:t>
            </a:r>
            <a:r>
              <a:rPr lang="en-IN" sz="1800" spc="5" dirty="0">
                <a:solidFill>
                  <a:srgbClr val="000000"/>
                </a:solidFill>
                <a:effectLst/>
                <a:latin typeface="Calibri" panose="020F0502020204030204" pitchFamily="34" charset="0"/>
                <a:ea typeface="Calibri" panose="020F0502020204030204" pitchFamily="34" charset="0"/>
              </a:rPr>
              <a:t>a</a:t>
            </a:r>
            <a:r>
              <a:rPr lang="en-IN" sz="1800" dirty="0">
                <a:solidFill>
                  <a:srgbClr val="000000"/>
                </a:solidFill>
                <a:effectLst/>
                <a:latin typeface="Calibri" panose="020F0502020204030204" pitchFamily="34" charset="0"/>
                <a:ea typeface="Calibri" panose="020F0502020204030204" pitchFamily="34" charset="0"/>
              </a:rPr>
              <a:t>tes the</a:t>
            </a:r>
            <a:r>
              <a:rPr lang="en-IN" sz="1800" spc="5" dirty="0">
                <a:solidFill>
                  <a:srgbClr val="000000"/>
                </a:solidFill>
                <a:effectLst/>
                <a:latin typeface="Calibri" panose="020F0502020204030204" pitchFamily="34" charset="0"/>
                <a:ea typeface="Calibri" panose="020F0502020204030204" pitchFamily="34" charset="0"/>
              </a:rPr>
              <a:t> t</a:t>
            </a:r>
            <a:r>
              <a:rPr lang="en-IN" sz="1800" spc="15" dirty="0">
                <a:solidFill>
                  <a:srgbClr val="000000"/>
                </a:solidFill>
                <a:effectLst/>
                <a:latin typeface="Calibri" panose="020F0502020204030204" pitchFamily="34" charset="0"/>
                <a:ea typeface="Calibri" panose="020F0502020204030204" pitchFamily="34" charset="0"/>
              </a:rPr>
              <a:t>e</a:t>
            </a:r>
            <a:r>
              <a:rPr lang="en-IN" sz="1800" dirty="0">
                <a:solidFill>
                  <a:srgbClr val="000000"/>
                </a:solidFill>
                <a:effectLst/>
                <a:latin typeface="Calibri" panose="020F0502020204030204" pitchFamily="34" charset="0"/>
                <a:ea typeface="Calibri" panose="020F0502020204030204" pitchFamily="34" charset="0"/>
              </a:rPr>
              <a:t>d</a:t>
            </a:r>
            <a:r>
              <a:rPr lang="en-IN" sz="1800" spc="5" dirty="0">
                <a:solidFill>
                  <a:srgbClr val="000000"/>
                </a:solidFill>
                <a:effectLst/>
                <a:latin typeface="Calibri" panose="020F0502020204030204" pitchFamily="34" charset="0"/>
                <a:ea typeface="Calibri" panose="020F0502020204030204" pitchFamily="34" charset="0"/>
              </a:rPr>
              <a:t>i</a:t>
            </a:r>
            <a:r>
              <a:rPr lang="en-IN" sz="1800" dirty="0">
                <a:solidFill>
                  <a:srgbClr val="000000"/>
                </a:solidFill>
                <a:effectLst/>
                <a:latin typeface="Calibri" panose="020F0502020204030204" pitchFamily="34" charset="0"/>
                <a:ea typeface="Calibri" panose="020F0502020204030204" pitchFamily="34" charset="0"/>
              </a:rPr>
              <a:t>ous task of m</a:t>
            </a:r>
            <a:r>
              <a:rPr lang="en-IN" sz="1800" spc="5" dirty="0">
                <a:solidFill>
                  <a:srgbClr val="000000"/>
                </a:solidFill>
                <a:effectLst/>
                <a:latin typeface="Calibri" panose="020F0502020204030204" pitchFamily="34" charset="0"/>
                <a:ea typeface="Calibri" panose="020F0502020204030204" pitchFamily="34" charset="0"/>
              </a:rPr>
              <a:t>a</a:t>
            </a:r>
            <a:r>
              <a:rPr lang="en-IN" sz="1800" dirty="0">
                <a:solidFill>
                  <a:srgbClr val="000000"/>
                </a:solidFill>
                <a:effectLst/>
                <a:latin typeface="Calibri" panose="020F0502020204030204" pitchFamily="34" charset="0"/>
                <a:ea typeface="Calibri" panose="020F0502020204030204" pitchFamily="34" charset="0"/>
              </a:rPr>
              <a:t>nual</a:t>
            </a:r>
            <a:r>
              <a:rPr lang="en-IN" sz="1800" spc="5" dirty="0">
                <a:solidFill>
                  <a:srgbClr val="000000"/>
                </a:solidFill>
                <a:effectLst/>
                <a:latin typeface="Calibri" panose="020F0502020204030204" pitchFamily="34" charset="0"/>
                <a:ea typeface="Calibri" panose="020F0502020204030204" pitchFamily="34" charset="0"/>
              </a:rPr>
              <a:t>l</a:t>
            </a:r>
            <a:r>
              <a:rPr lang="en-IN" sz="1800" dirty="0">
                <a:solidFill>
                  <a:srgbClr val="000000"/>
                </a:solidFill>
                <a:effectLst/>
                <a:latin typeface="Calibri" panose="020F0502020204030204" pitchFamily="34" charset="0"/>
                <a:ea typeface="Calibri" panose="020F0502020204030204" pitchFamily="34" charset="0"/>
              </a:rPr>
              <a:t>y mainta</a:t>
            </a:r>
            <a:r>
              <a:rPr lang="en-IN" sz="1800" spc="5" dirty="0">
                <a:solidFill>
                  <a:srgbClr val="000000"/>
                </a:solidFill>
                <a:effectLst/>
                <a:latin typeface="Calibri" panose="020F0502020204030204" pitchFamily="34" charset="0"/>
                <a:ea typeface="Calibri" panose="020F0502020204030204" pitchFamily="34" charset="0"/>
              </a:rPr>
              <a:t>i</a:t>
            </a:r>
            <a:r>
              <a:rPr lang="en-IN" sz="1800" dirty="0">
                <a:solidFill>
                  <a:srgbClr val="000000"/>
                </a:solidFill>
                <a:effectLst/>
                <a:latin typeface="Calibri" panose="020F0502020204030204" pitchFamily="34" charset="0"/>
                <a:ea typeface="Calibri" panose="020F0502020204030204" pitchFamily="34" charset="0"/>
              </a:rPr>
              <a:t>ning</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the attendance records</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by automat</a:t>
            </a:r>
            <a:r>
              <a:rPr lang="en-IN" sz="1800" spc="5" dirty="0">
                <a:solidFill>
                  <a:srgbClr val="000000"/>
                </a:solidFill>
                <a:effectLst/>
                <a:latin typeface="Calibri" panose="020F0502020204030204" pitchFamily="34" charset="0"/>
                <a:ea typeface="Calibri" panose="020F0502020204030204" pitchFamily="34" charset="0"/>
              </a:rPr>
              <a:t>i</a:t>
            </a:r>
            <a:r>
              <a:rPr lang="en-IN" sz="1800" dirty="0">
                <a:solidFill>
                  <a:srgbClr val="000000"/>
                </a:solidFill>
                <a:effectLst/>
                <a:latin typeface="Calibri" panose="020F0502020204030204" pitchFamily="34" charset="0"/>
                <a:ea typeface="Calibri" panose="020F0502020204030204" pitchFamily="34" charset="0"/>
              </a:rPr>
              <a:t>ng</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i</a:t>
            </a:r>
            <a:r>
              <a:rPr lang="en-IN" sz="1800" spc="5"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a:t>
            </a:r>
            <a:r>
              <a:rPr lang="en-IN" sz="1800" spc="5" dirty="0">
                <a:solidFill>
                  <a:srgbClr val="000000"/>
                </a:solidFill>
                <a:effectLst/>
                <a:latin typeface="Calibri" panose="020F0502020204030204" pitchFamily="34" charset="0"/>
                <a:ea typeface="Calibri" panose="020F0502020204030204" pitchFamily="34" charset="0"/>
              </a:rPr>
              <a:t> </a:t>
            </a:r>
            <a:r>
              <a:rPr lang="en-IN" sz="1800" spc="-5"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he adminis</a:t>
            </a:r>
            <a:r>
              <a:rPr lang="en-IN" sz="1800" spc="5"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rator</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f</a:t>
            </a:r>
            <a:r>
              <a:rPr lang="en-IN" sz="1800" spc="5" dirty="0">
                <a:solidFill>
                  <a:srgbClr val="000000"/>
                </a:solidFill>
                <a:effectLst/>
                <a:latin typeface="Calibri" panose="020F0502020204030204" pitchFamily="34" charset="0"/>
                <a:ea typeface="Calibri" panose="020F0502020204030204" pitchFamily="34" charset="0"/>
              </a:rPr>
              <a:t>i</a:t>
            </a:r>
            <a:r>
              <a:rPr lang="en-IN" sz="1800" dirty="0">
                <a:solidFill>
                  <a:srgbClr val="000000"/>
                </a:solidFill>
                <a:effectLst/>
                <a:latin typeface="Calibri" panose="020F0502020204030204" pitchFamily="34" charset="0"/>
                <a:ea typeface="Calibri" panose="020F0502020204030204" pitchFamily="34" charset="0"/>
              </a:rPr>
              <a:t>lls</a:t>
            </a:r>
            <a:r>
              <a:rPr lang="en-IN" sz="1800" spc="-10"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up</a:t>
            </a:r>
            <a:r>
              <a:rPr lang="en-IN" sz="1800" spc="-5" dirty="0">
                <a:solidFill>
                  <a:srgbClr val="000000"/>
                </a:solidFill>
                <a:effectLst/>
                <a:latin typeface="Calibri" panose="020F0502020204030204" pitchFamily="34" charset="0"/>
                <a:ea typeface="Calibri" panose="020F0502020204030204" pitchFamily="34" charset="0"/>
              </a:rPr>
              <a:t> </a:t>
            </a:r>
            <a:r>
              <a:rPr lang="en-IN" sz="1800" spc="5"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he detai</a:t>
            </a:r>
            <a:r>
              <a:rPr lang="en-IN" sz="1800" spc="5" dirty="0">
                <a:solidFill>
                  <a:srgbClr val="000000"/>
                </a:solidFill>
                <a:effectLst/>
                <a:latin typeface="Calibri" panose="020F0502020204030204" pitchFamily="34" charset="0"/>
                <a:ea typeface="Calibri" panose="020F0502020204030204" pitchFamily="34" charset="0"/>
              </a:rPr>
              <a:t>l</a:t>
            </a:r>
            <a:r>
              <a:rPr lang="en-IN" sz="1800" dirty="0">
                <a:solidFill>
                  <a:srgbClr val="000000"/>
                </a:solidFill>
                <a:effectLst/>
                <a:latin typeface="Calibri" panose="020F0502020204030204" pitchFamily="34" charset="0"/>
                <a:ea typeface="Calibri" panose="020F0502020204030204" pitchFamily="34" charset="0"/>
              </a:rPr>
              <a:t>s of the teach</a:t>
            </a:r>
            <a:r>
              <a:rPr lang="en-IN" sz="1800" spc="5" dirty="0">
                <a:solidFill>
                  <a:srgbClr val="000000"/>
                </a:solidFill>
                <a:effectLst/>
                <a:latin typeface="Calibri" panose="020F0502020204030204" pitchFamily="34" charset="0"/>
                <a:ea typeface="Calibri" panose="020F0502020204030204" pitchFamily="34" charset="0"/>
              </a:rPr>
              <a:t>e</a:t>
            </a:r>
            <a:r>
              <a:rPr lang="en-IN" sz="1800" dirty="0">
                <a:solidFill>
                  <a:srgbClr val="000000"/>
                </a:solidFill>
                <a:effectLst/>
                <a:latin typeface="Calibri" panose="020F0502020204030204" pitchFamily="34" charset="0"/>
                <a:ea typeface="Calibri" panose="020F0502020204030204" pitchFamily="34" charset="0"/>
              </a:rPr>
              <a:t>rs and</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s</a:t>
            </a:r>
            <a:r>
              <a:rPr lang="en-IN" sz="1800" spc="10"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uden</a:t>
            </a:r>
            <a:r>
              <a:rPr lang="en-IN" sz="1800" spc="5"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s at the st</a:t>
            </a:r>
            <a:r>
              <a:rPr lang="en-IN" sz="1800" spc="5" dirty="0">
                <a:solidFill>
                  <a:srgbClr val="000000"/>
                </a:solidFill>
                <a:effectLst/>
                <a:latin typeface="Calibri" panose="020F0502020204030204" pitchFamily="34" charset="0"/>
                <a:ea typeface="Calibri" panose="020F0502020204030204" pitchFamily="34" charset="0"/>
              </a:rPr>
              <a:t>a</a:t>
            </a:r>
            <a:r>
              <a:rPr lang="en-IN" sz="1800" spc="-5" dirty="0">
                <a:solidFill>
                  <a:srgbClr val="000000"/>
                </a:solidFill>
                <a:effectLst/>
                <a:latin typeface="Calibri" panose="020F0502020204030204" pitchFamily="34" charset="0"/>
                <a:ea typeface="Calibri" panose="020F0502020204030204" pitchFamily="34" charset="0"/>
              </a:rPr>
              <a:t>r</a:t>
            </a:r>
            <a:r>
              <a:rPr lang="en-IN" sz="1800" dirty="0">
                <a:solidFill>
                  <a:srgbClr val="000000"/>
                </a:solidFill>
                <a:effectLst/>
                <a:latin typeface="Calibri" panose="020F0502020204030204" pitchFamily="34" charset="0"/>
                <a:ea typeface="Calibri" panose="020F0502020204030204" pitchFamily="34" charset="0"/>
              </a:rPr>
              <a:t>t of the semest</a:t>
            </a:r>
            <a:r>
              <a:rPr lang="en-IN" sz="1800" spc="5" dirty="0">
                <a:solidFill>
                  <a:srgbClr val="000000"/>
                </a:solidFill>
                <a:effectLst/>
                <a:latin typeface="Calibri" panose="020F0502020204030204" pitchFamily="34" charset="0"/>
                <a:ea typeface="Calibri" panose="020F0502020204030204" pitchFamily="34" charset="0"/>
              </a:rPr>
              <a:t>e</a:t>
            </a:r>
            <a:r>
              <a:rPr lang="en-IN" sz="1800" dirty="0">
                <a:solidFill>
                  <a:srgbClr val="000000"/>
                </a:solidFill>
                <a:effectLst/>
                <a:latin typeface="Calibri" panose="020F0502020204030204" pitchFamily="34" charset="0"/>
                <a:ea typeface="Calibri" panose="020F0502020204030204" pitchFamily="34" charset="0"/>
              </a:rPr>
              <a:t>r. Class</a:t>
            </a:r>
            <a:r>
              <a:rPr lang="en-IN" sz="1800" spc="-5" dirty="0">
                <a:solidFill>
                  <a:srgbClr val="000000"/>
                </a:solidFill>
                <a:effectLst/>
                <a:latin typeface="Calibri" panose="020F0502020204030204" pitchFamily="34" charset="0"/>
                <a:ea typeface="Calibri" panose="020F0502020204030204" pitchFamily="34" charset="0"/>
              </a:rPr>
              <a:t> </a:t>
            </a:r>
            <a:r>
              <a:rPr lang="en-IN" sz="1800" spc="5" dirty="0">
                <a:solidFill>
                  <a:srgbClr val="000000"/>
                </a:solidFill>
                <a:effectLst/>
                <a:latin typeface="Calibri" panose="020F0502020204030204" pitchFamily="34" charset="0"/>
                <a:ea typeface="Calibri" panose="020F0502020204030204" pitchFamily="34" charset="0"/>
              </a:rPr>
              <a:t>li</a:t>
            </a:r>
            <a:r>
              <a:rPr lang="en-IN" sz="1800" dirty="0">
                <a:solidFill>
                  <a:srgbClr val="000000"/>
                </a:solidFill>
                <a:effectLst/>
                <a:latin typeface="Calibri" panose="020F0502020204030204" pitchFamily="34" charset="0"/>
                <a:ea typeface="Calibri" panose="020F0502020204030204" pitchFamily="34" charset="0"/>
              </a:rPr>
              <a:t>st is</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gene</a:t>
            </a:r>
            <a:r>
              <a:rPr lang="en-IN" sz="1800" spc="-5" dirty="0">
                <a:solidFill>
                  <a:srgbClr val="000000"/>
                </a:solidFill>
                <a:effectLst/>
                <a:latin typeface="Calibri" panose="020F0502020204030204" pitchFamily="34" charset="0"/>
                <a:ea typeface="Calibri" panose="020F0502020204030204" pitchFamily="34" charset="0"/>
              </a:rPr>
              <a:t>r</a:t>
            </a:r>
            <a:r>
              <a:rPr lang="en-IN" sz="1800" dirty="0">
                <a:solidFill>
                  <a:srgbClr val="000000"/>
                </a:solidFill>
                <a:effectLst/>
                <a:latin typeface="Calibri" panose="020F0502020204030204" pitchFamily="34" charset="0"/>
                <a:ea typeface="Calibri" panose="020F0502020204030204" pitchFamily="34" charset="0"/>
              </a:rPr>
              <a:t>ated au</a:t>
            </a:r>
            <a:r>
              <a:rPr lang="en-IN" sz="1800" spc="5" dirty="0">
                <a:solidFill>
                  <a:srgbClr val="000000"/>
                </a:solidFill>
                <a:effectLst/>
                <a:latin typeface="Calibri" panose="020F0502020204030204" pitchFamily="34" charset="0"/>
                <a:ea typeface="Calibri" panose="020F0502020204030204" pitchFamily="34" charset="0"/>
              </a:rPr>
              <a:t>t</a:t>
            </a:r>
            <a:r>
              <a:rPr lang="en-IN" sz="1800" spc="10" dirty="0">
                <a:solidFill>
                  <a:srgbClr val="000000"/>
                </a:solidFill>
                <a:effectLst/>
                <a:latin typeface="Calibri" panose="020F0502020204030204" pitchFamily="34" charset="0"/>
                <a:ea typeface="Calibri" panose="020F0502020204030204" pitchFamily="34" charset="0"/>
              </a:rPr>
              <a:t>o</a:t>
            </a:r>
            <a:r>
              <a:rPr lang="en-IN" sz="1800" spc="5" dirty="0">
                <a:solidFill>
                  <a:srgbClr val="000000"/>
                </a:solidFill>
                <a:effectLst/>
                <a:latin typeface="Calibri" panose="020F0502020204030204" pitchFamily="34" charset="0"/>
                <a:ea typeface="Calibri" panose="020F0502020204030204" pitchFamily="34" charset="0"/>
              </a:rPr>
              <a:t>m</a:t>
            </a:r>
            <a:r>
              <a:rPr lang="en-IN" sz="1800" dirty="0">
                <a:solidFill>
                  <a:srgbClr val="000000"/>
                </a:solidFill>
                <a:effectLst/>
                <a:latin typeface="Calibri" panose="020F0502020204030204" pitchFamily="34" charset="0"/>
                <a:ea typeface="Calibri" panose="020F0502020204030204" pitchFamily="34" charset="0"/>
              </a:rPr>
              <a:t>a</a:t>
            </a:r>
            <a:r>
              <a:rPr lang="en-IN" sz="1800" spc="5"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ical</a:t>
            </a:r>
            <a:r>
              <a:rPr lang="en-IN" sz="1800" spc="5" dirty="0">
                <a:solidFill>
                  <a:srgbClr val="000000"/>
                </a:solidFill>
                <a:effectLst/>
                <a:latin typeface="Calibri" panose="020F0502020204030204" pitchFamily="34" charset="0"/>
                <a:ea typeface="Calibri" panose="020F0502020204030204" pitchFamily="34" charset="0"/>
              </a:rPr>
              <a:t>l</a:t>
            </a:r>
            <a:r>
              <a:rPr lang="en-IN" sz="1800" dirty="0">
                <a:solidFill>
                  <a:srgbClr val="000000"/>
                </a:solidFill>
                <a:effectLst/>
                <a:latin typeface="Calibri" panose="020F0502020204030204" pitchFamily="34" charset="0"/>
                <a:ea typeface="Calibri" panose="020F0502020204030204" pitchFamily="34" charset="0"/>
              </a:rPr>
              <a:t>y. These</a:t>
            </a:r>
            <a:r>
              <a:rPr lang="en-IN" sz="1800" spc="-10"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details can</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be used f</a:t>
            </a:r>
            <a:r>
              <a:rPr lang="en-IN" sz="1800" spc="10" dirty="0">
                <a:solidFill>
                  <a:srgbClr val="000000"/>
                </a:solidFill>
                <a:effectLst/>
                <a:latin typeface="Calibri" panose="020F0502020204030204" pitchFamily="34" charset="0"/>
                <a:ea typeface="Calibri" panose="020F0502020204030204" pitchFamily="34" charset="0"/>
              </a:rPr>
              <a:t>o</a:t>
            </a:r>
            <a:r>
              <a:rPr lang="en-IN" sz="1800" dirty="0">
                <a:solidFill>
                  <a:srgbClr val="000000"/>
                </a:solidFill>
                <a:effectLst/>
                <a:latin typeface="Calibri" panose="020F0502020204030204" pitchFamily="34" charset="0"/>
                <a:ea typeface="Calibri" panose="020F0502020204030204" pitchFamily="34" charset="0"/>
              </a:rPr>
              <a:t>r</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fu</a:t>
            </a:r>
            <a:r>
              <a:rPr lang="en-IN" sz="1800" spc="-5" dirty="0">
                <a:solidFill>
                  <a:srgbClr val="000000"/>
                </a:solidFill>
                <a:effectLst/>
                <a:latin typeface="Calibri" panose="020F0502020204030204" pitchFamily="34" charset="0"/>
                <a:ea typeface="Calibri" panose="020F0502020204030204" pitchFamily="34" charset="0"/>
              </a:rPr>
              <a:t>r</a:t>
            </a:r>
            <a:r>
              <a:rPr lang="en-IN" sz="1800" dirty="0">
                <a:solidFill>
                  <a:srgbClr val="000000"/>
                </a:solidFill>
                <a:effectLst/>
                <a:latin typeface="Calibri" panose="020F0502020204030204" pitchFamily="34" charset="0"/>
                <a:ea typeface="Calibri" panose="020F0502020204030204" pitchFamily="34" charset="0"/>
              </a:rPr>
              <a:t>th</a:t>
            </a:r>
            <a:r>
              <a:rPr lang="en-IN" sz="1800" spc="10" dirty="0">
                <a:solidFill>
                  <a:srgbClr val="000000"/>
                </a:solidFill>
                <a:effectLst/>
                <a:latin typeface="Calibri" panose="020F0502020204030204" pitchFamily="34" charset="0"/>
                <a:ea typeface="Calibri" panose="020F0502020204030204" pitchFamily="34" charset="0"/>
              </a:rPr>
              <a:t>e</a:t>
            </a:r>
            <a:r>
              <a:rPr lang="en-IN" sz="1800" dirty="0">
                <a:solidFill>
                  <a:srgbClr val="000000"/>
                </a:solidFill>
                <a:effectLst/>
                <a:latin typeface="Calibri" panose="020F0502020204030204" pitchFamily="34" charset="0"/>
                <a:ea typeface="Calibri" panose="020F0502020204030204" pitchFamily="34" charset="0"/>
              </a:rPr>
              <a:t>r s</a:t>
            </a:r>
            <a:r>
              <a:rPr lang="en-IN" sz="1800" spc="5" dirty="0">
                <a:solidFill>
                  <a:srgbClr val="000000"/>
                </a:solidFill>
                <a:effectLst/>
                <a:latin typeface="Calibri" panose="020F0502020204030204" pitchFamily="34" charset="0"/>
                <a:ea typeface="Calibri" panose="020F0502020204030204" pitchFamily="34" charset="0"/>
              </a:rPr>
              <a:t>e</a:t>
            </a:r>
            <a:r>
              <a:rPr lang="en-IN" sz="1800" dirty="0">
                <a:solidFill>
                  <a:srgbClr val="000000"/>
                </a:solidFill>
                <a:effectLst/>
                <a:latin typeface="Calibri" panose="020F0502020204030204" pitchFamily="34" charset="0"/>
                <a:ea typeface="Calibri" panose="020F0502020204030204" pitchFamily="34" charset="0"/>
              </a:rPr>
              <a:t>m</a:t>
            </a:r>
            <a:r>
              <a:rPr lang="en-IN" sz="1800" spc="-5" dirty="0">
                <a:solidFill>
                  <a:srgbClr val="000000"/>
                </a:solidFill>
                <a:effectLst/>
                <a:latin typeface="Calibri" panose="020F0502020204030204" pitchFamily="34" charset="0"/>
                <a:ea typeface="Calibri" panose="020F0502020204030204" pitchFamily="34" charset="0"/>
              </a:rPr>
              <a:t>e</a:t>
            </a:r>
            <a:r>
              <a:rPr lang="en-IN" sz="1800" spc="15" dirty="0">
                <a:solidFill>
                  <a:srgbClr val="000000"/>
                </a:solidFill>
                <a:effectLst/>
                <a:latin typeface="Calibri" panose="020F0502020204030204" pitchFamily="34" charset="0"/>
                <a:ea typeface="Calibri" panose="020F0502020204030204" pitchFamily="34" charset="0"/>
              </a:rPr>
              <a:t>s</a:t>
            </a:r>
            <a:r>
              <a:rPr lang="en-IN" sz="1800" dirty="0">
                <a:solidFill>
                  <a:srgbClr val="000000"/>
                </a:solidFill>
                <a:effectLst/>
                <a:latin typeface="Calibri" panose="020F0502020204030204" pitchFamily="34" charset="0"/>
                <a:ea typeface="Calibri" panose="020F0502020204030204" pitchFamily="34" charset="0"/>
              </a:rPr>
              <a:t>t</a:t>
            </a:r>
            <a:r>
              <a:rPr lang="en-IN" sz="1800" spc="5" dirty="0">
                <a:solidFill>
                  <a:srgbClr val="000000"/>
                </a:solidFill>
                <a:effectLst/>
                <a:latin typeface="Calibri" panose="020F0502020204030204" pitchFamily="34" charset="0"/>
                <a:ea typeface="Calibri" panose="020F0502020204030204" pitchFamily="34" charset="0"/>
              </a:rPr>
              <a:t>e</a:t>
            </a:r>
            <a:r>
              <a:rPr lang="en-IN" sz="1800" dirty="0">
                <a:solidFill>
                  <a:srgbClr val="000000"/>
                </a:solidFill>
                <a:effectLst/>
                <a:latin typeface="Calibri" panose="020F0502020204030204" pitchFamily="34" charset="0"/>
                <a:ea typeface="Calibri" panose="020F0502020204030204" pitchFamily="34" charset="0"/>
              </a:rPr>
              <a:t>rs with l</a:t>
            </a:r>
            <a:r>
              <a:rPr lang="en-IN" sz="1800" spc="5" dirty="0">
                <a:solidFill>
                  <a:srgbClr val="000000"/>
                </a:solidFill>
                <a:effectLst/>
                <a:latin typeface="Calibri" panose="020F0502020204030204" pitchFamily="34" charset="0"/>
                <a:ea typeface="Calibri" panose="020F0502020204030204" pitchFamily="34" charset="0"/>
              </a:rPr>
              <a:t>it</a:t>
            </a:r>
            <a:r>
              <a:rPr lang="en-IN" sz="1800" dirty="0">
                <a:solidFill>
                  <a:srgbClr val="000000"/>
                </a:solidFill>
                <a:effectLst/>
                <a:latin typeface="Calibri" panose="020F0502020204030204" pitchFamily="34" charset="0"/>
                <a:ea typeface="Calibri" panose="020F0502020204030204" pitchFamily="34" charset="0"/>
              </a:rPr>
              <a:t>t</a:t>
            </a:r>
            <a:r>
              <a:rPr lang="en-IN" sz="1800" spc="5" dirty="0">
                <a:solidFill>
                  <a:srgbClr val="000000"/>
                </a:solidFill>
                <a:effectLst/>
                <a:latin typeface="Calibri" panose="020F0502020204030204" pitchFamily="34" charset="0"/>
                <a:ea typeface="Calibri" panose="020F0502020204030204" pitchFamily="34" charset="0"/>
              </a:rPr>
              <a:t>l</a:t>
            </a:r>
            <a:r>
              <a:rPr lang="en-IN" sz="1800" dirty="0">
                <a:solidFill>
                  <a:srgbClr val="000000"/>
                </a:solidFill>
                <a:effectLst/>
                <a:latin typeface="Calibri" panose="020F0502020204030204" pitchFamily="34" charset="0"/>
                <a:ea typeface="Calibri" panose="020F0502020204030204" pitchFamily="34" charset="0"/>
              </a:rPr>
              <a:t>e changes. </a:t>
            </a:r>
          </a:p>
          <a:p>
            <a:r>
              <a:rPr lang="en-IN" sz="1800" dirty="0">
                <a:solidFill>
                  <a:srgbClr val="000000"/>
                </a:solidFill>
                <a:latin typeface="Calibri" panose="020F0502020204030204" pitchFamily="34" charset="0"/>
                <a:ea typeface="Calibri" panose="020F0502020204030204" pitchFamily="34" charset="0"/>
              </a:rPr>
              <a:t>SAMS</a:t>
            </a:r>
            <a:r>
              <a:rPr lang="en-IN" sz="1800" dirty="0">
                <a:solidFill>
                  <a:srgbClr val="000000"/>
                </a:solidFill>
                <a:effectLst/>
                <a:latin typeface="Calibri" panose="020F0502020204030204" pitchFamily="34" charset="0"/>
                <a:ea typeface="Calibri" panose="020F0502020204030204" pitchFamily="34" charset="0"/>
              </a:rPr>
              <a:t> al</a:t>
            </a:r>
            <a:r>
              <a:rPr lang="en-IN" sz="1800" spc="5" dirty="0">
                <a:solidFill>
                  <a:srgbClr val="000000"/>
                </a:solidFill>
                <a:effectLst/>
                <a:latin typeface="Calibri" panose="020F0502020204030204" pitchFamily="34" charset="0"/>
                <a:ea typeface="Calibri" panose="020F0502020204030204" pitchFamily="34" charset="0"/>
              </a:rPr>
              <a:t>l</a:t>
            </a:r>
            <a:r>
              <a:rPr lang="en-IN" sz="1800" dirty="0">
                <a:solidFill>
                  <a:srgbClr val="000000"/>
                </a:solidFill>
                <a:effectLst/>
                <a:latin typeface="Calibri" panose="020F0502020204030204" pitchFamily="34" charset="0"/>
                <a:ea typeface="Calibri" panose="020F0502020204030204" pitchFamily="34" charset="0"/>
              </a:rPr>
              <a:t>ows</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easy attendance management usi</a:t>
            </a:r>
            <a:r>
              <a:rPr lang="en-IN" sz="1800" spc="15" dirty="0">
                <a:solidFill>
                  <a:srgbClr val="000000"/>
                </a:solidFill>
                <a:effectLst/>
                <a:latin typeface="Calibri" panose="020F0502020204030204" pitchFamily="34" charset="0"/>
                <a:ea typeface="Calibri" panose="020F0502020204030204" pitchFamily="34" charset="0"/>
              </a:rPr>
              <a:t>n</a:t>
            </a:r>
            <a:r>
              <a:rPr lang="en-IN" sz="1800" dirty="0">
                <a:solidFill>
                  <a:srgbClr val="000000"/>
                </a:solidFill>
                <a:effectLst/>
                <a:latin typeface="Calibri" panose="020F0502020204030204" pitchFamily="34" charset="0"/>
                <a:ea typeface="Calibri" panose="020F0502020204030204" pitchFamily="34" charset="0"/>
              </a:rPr>
              <a:t>g </a:t>
            </a:r>
            <a:r>
              <a:rPr lang="en-IN" sz="1800" spc="5"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he Face Dete</a:t>
            </a:r>
            <a:r>
              <a:rPr lang="en-IN" sz="1800" spc="-5" dirty="0">
                <a:solidFill>
                  <a:srgbClr val="000000"/>
                </a:solidFill>
                <a:effectLst/>
                <a:latin typeface="Calibri" panose="020F0502020204030204" pitchFamily="34" charset="0"/>
                <a:ea typeface="Calibri" panose="020F0502020204030204" pitchFamily="34" charset="0"/>
              </a:rPr>
              <a:t>c</a:t>
            </a:r>
            <a:r>
              <a:rPr lang="en-IN" sz="1800" dirty="0">
                <a:solidFill>
                  <a:srgbClr val="000000"/>
                </a:solidFill>
                <a:effectLst/>
                <a:latin typeface="Calibri" panose="020F0502020204030204" pitchFamily="34" charset="0"/>
                <a:ea typeface="Calibri" panose="020F0502020204030204" pitchFamily="34" charset="0"/>
              </a:rPr>
              <a:t>t</a:t>
            </a:r>
            <a:r>
              <a:rPr lang="en-IN" sz="1800" spc="5" dirty="0">
                <a:solidFill>
                  <a:srgbClr val="000000"/>
                </a:solidFill>
                <a:effectLst/>
                <a:latin typeface="Calibri" panose="020F0502020204030204" pitchFamily="34" charset="0"/>
                <a:ea typeface="Calibri" panose="020F0502020204030204" pitchFamily="34" charset="0"/>
              </a:rPr>
              <a:t>i</a:t>
            </a:r>
            <a:r>
              <a:rPr lang="en-IN" sz="1800" dirty="0">
                <a:solidFill>
                  <a:srgbClr val="000000"/>
                </a:solidFill>
                <a:effectLst/>
                <a:latin typeface="Calibri" panose="020F0502020204030204" pitchFamily="34" charset="0"/>
                <a:ea typeface="Calibri" panose="020F0502020204030204" pitchFamily="34" charset="0"/>
              </a:rPr>
              <a:t>on, which </a:t>
            </a:r>
            <a:r>
              <a:rPr lang="en-IN" sz="1800" spc="10" dirty="0">
                <a:solidFill>
                  <a:srgbClr val="000000"/>
                </a:solidFill>
                <a:effectLst/>
                <a:latin typeface="Calibri" panose="020F0502020204030204" pitchFamily="34" charset="0"/>
                <a:ea typeface="Calibri" panose="020F0502020204030204" pitchFamily="34" charset="0"/>
              </a:rPr>
              <a:t>i</a:t>
            </a:r>
            <a:r>
              <a:rPr lang="en-IN" sz="1800" dirty="0">
                <a:solidFill>
                  <a:srgbClr val="000000"/>
                </a:solidFill>
                <a:effectLst/>
                <a:latin typeface="Calibri" panose="020F0502020204030204" pitchFamily="34" charset="0"/>
                <a:ea typeface="Calibri" panose="020F0502020204030204" pitchFamily="34" charset="0"/>
              </a:rPr>
              <a:t>s one of the</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most acceptable techn</a:t>
            </a:r>
            <a:r>
              <a:rPr lang="en-IN" sz="1800" spc="10" dirty="0">
                <a:solidFill>
                  <a:srgbClr val="000000"/>
                </a:solidFill>
                <a:effectLst/>
                <a:latin typeface="Calibri" panose="020F0502020204030204" pitchFamily="34" charset="0"/>
                <a:ea typeface="Calibri" panose="020F0502020204030204" pitchFamily="34" charset="0"/>
              </a:rPr>
              <a:t>i</a:t>
            </a:r>
            <a:r>
              <a:rPr lang="en-IN" sz="1800" dirty="0">
                <a:solidFill>
                  <a:srgbClr val="000000"/>
                </a:solidFill>
                <a:effectLst/>
                <a:latin typeface="Calibri" panose="020F0502020204030204" pitchFamily="34" charset="0"/>
                <a:ea typeface="Calibri" panose="020F0502020204030204" pitchFamily="34" charset="0"/>
              </a:rPr>
              <a:t>ques. One live capturing device which continuously capture photos of faces it detects, </a:t>
            </a:r>
            <a:r>
              <a:rPr lang="en-IN" sz="1800" dirty="0">
                <a:solidFill>
                  <a:srgbClr val="000000"/>
                </a:solidFill>
                <a:latin typeface="Calibri" panose="020F0502020204030204" pitchFamily="34" charset="0"/>
                <a:ea typeface="Calibri" panose="020F0502020204030204" pitchFamily="34" charset="0"/>
              </a:rPr>
              <a:t>needs to be installed at certain place from where all students pass (i.e. Door) </a:t>
            </a:r>
            <a:r>
              <a:rPr lang="en-IN" sz="1800" dirty="0">
                <a:solidFill>
                  <a:srgbClr val="000000"/>
                </a:solidFill>
                <a:effectLst/>
                <a:latin typeface="Calibri" panose="020F0502020204030204" pitchFamily="34" charset="0"/>
                <a:ea typeface="Calibri" panose="020F0502020204030204" pitchFamily="34" charset="0"/>
              </a:rPr>
              <a:t>which oversees all students, gets online before 5 mins of class begin and stays active for 15 mins. After that, capturing device gets offline. So whoever comes late more then 10 mins of lecture time, gets absent.</a:t>
            </a:r>
            <a:endParaRPr lang="en-IN" sz="1800" dirty="0">
              <a:effectLst/>
              <a:latin typeface="Calibri" panose="020F0502020204030204" pitchFamily="34" charset="0"/>
              <a:ea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2" name="Title 1">
            <a:extLst>
              <a:ext uri="{FF2B5EF4-FFF2-40B4-BE49-F238E27FC236}">
                <a16:creationId xmlns:a16="http://schemas.microsoft.com/office/drawing/2014/main" id="{5255B787-EFA0-97AD-B3FF-6C7752D50AF5}"/>
              </a:ext>
            </a:extLst>
          </p:cNvPr>
          <p:cNvSpPr>
            <a:spLocks noGrp="1"/>
          </p:cNvSpPr>
          <p:nvPr>
            <p:ph type="title"/>
          </p:nvPr>
        </p:nvSpPr>
        <p:spPr>
          <a:xfrm>
            <a:off x="982133" y="457201"/>
            <a:ext cx="7704667" cy="791307"/>
          </a:xfrm>
        </p:spPr>
        <p:txBody>
          <a:bodyPr>
            <a:normAutofit fontScale="90000"/>
          </a:bodyPr>
          <a:lstStyle/>
          <a:p>
            <a:r>
              <a:rPr lang="en-IN" sz="4800" b="1" dirty="0">
                <a:latin typeface="Times New Roman" panose="02020603050405020304" pitchFamily="18" charset="0"/>
                <a:cs typeface="Times New Roman" panose="02020603050405020304" pitchFamily="18" charset="0"/>
              </a:rPr>
              <a:t>Proposed System Cont.</a:t>
            </a:r>
          </a:p>
        </p:txBody>
      </p:sp>
      <p:sp>
        <p:nvSpPr>
          <p:cNvPr id="3" name="Content Placeholder 2">
            <a:extLst>
              <a:ext uri="{FF2B5EF4-FFF2-40B4-BE49-F238E27FC236}">
                <a16:creationId xmlns:a16="http://schemas.microsoft.com/office/drawing/2014/main" id="{9907EB19-9A71-1B96-F9A9-FFE655D5A5FA}"/>
              </a:ext>
            </a:extLst>
          </p:cNvPr>
          <p:cNvSpPr>
            <a:spLocks noGrp="1"/>
          </p:cNvSpPr>
          <p:nvPr>
            <p:ph idx="1"/>
          </p:nvPr>
        </p:nvSpPr>
        <p:spPr/>
        <p:txBody>
          <a:bodyPr>
            <a:normAutofit lnSpcReduction="10000"/>
          </a:bodyPr>
          <a:lstStyle/>
          <a:p>
            <a:pPr marL="286385" marR="323215">
              <a:lnSpc>
                <a:spcPct val="107000"/>
              </a:lnSpc>
              <a:spcAft>
                <a:spcPts val="0"/>
              </a:spcAft>
            </a:pPr>
            <a:r>
              <a:rPr lang="en-IN" sz="1800" dirty="0">
                <a:solidFill>
                  <a:srgbClr val="000000"/>
                </a:solidFill>
                <a:latin typeface="Calibri" panose="020F0502020204030204" pitchFamily="34" charset="0"/>
                <a:ea typeface="Calibri" panose="020F0502020204030204" pitchFamily="34" charset="0"/>
              </a:rPr>
              <a:t>D</a:t>
            </a:r>
            <a:r>
              <a:rPr lang="en-IN" sz="1800" dirty="0">
                <a:solidFill>
                  <a:srgbClr val="000000"/>
                </a:solidFill>
                <a:effectLst/>
                <a:latin typeface="Calibri" panose="020F0502020204030204" pitchFamily="34" charset="0"/>
                <a:ea typeface="Calibri" panose="020F0502020204030204" pitchFamily="34" charset="0"/>
              </a:rPr>
              <a:t>evice then forward all captured images to </a:t>
            </a:r>
            <a:r>
              <a:rPr lang="en-IN" sz="1800" dirty="0">
                <a:solidFill>
                  <a:srgbClr val="000000"/>
                </a:solidFill>
                <a:latin typeface="Calibri" panose="020F0502020204030204" pitchFamily="34" charset="0"/>
                <a:ea typeface="Calibri" panose="020F0502020204030204" pitchFamily="34" charset="0"/>
              </a:rPr>
              <a:t>MATLAB</a:t>
            </a:r>
            <a:r>
              <a:rPr lang="en-IN" sz="1800" spc="-5" dirty="0">
                <a:solidFill>
                  <a:srgbClr val="000000"/>
                </a:solidFill>
                <a:latin typeface="Calibri" panose="020F0502020204030204" pitchFamily="34" charset="0"/>
                <a:ea typeface="Calibri" panose="020F0502020204030204" pitchFamily="34" charset="0"/>
              </a:rPr>
              <a:t>.</a:t>
            </a:r>
            <a:r>
              <a:rPr lang="en-IN" sz="1800" spc="5" dirty="0">
                <a:solidFill>
                  <a:srgbClr val="000000"/>
                </a:solidFill>
                <a:effectLst/>
                <a:latin typeface="Calibri" panose="020F0502020204030204" pitchFamily="34" charset="0"/>
                <a:ea typeface="Calibri" panose="020F0502020204030204" pitchFamily="34" charset="0"/>
              </a:rPr>
              <a:t> MATLAB software, which sorts all</a:t>
            </a:r>
            <a:r>
              <a:rPr lang="en-IN" sz="1800" dirty="0">
                <a:solidFill>
                  <a:srgbClr val="000000"/>
                </a:solidFill>
                <a:effectLst/>
                <a:latin typeface="Calibri" panose="020F0502020204030204" pitchFamily="34" charset="0"/>
                <a:ea typeface="Calibri" panose="020F0502020204030204" pitchFamily="34" charset="0"/>
              </a:rPr>
              <a:t> f</a:t>
            </a:r>
            <a:r>
              <a:rPr lang="en-IN" sz="1800" spc="5" dirty="0">
                <a:solidFill>
                  <a:srgbClr val="000000"/>
                </a:solidFill>
                <a:effectLst/>
                <a:latin typeface="Calibri" panose="020F0502020204030204" pitchFamily="34" charset="0"/>
                <a:ea typeface="Calibri" panose="020F0502020204030204" pitchFamily="34" charset="0"/>
              </a:rPr>
              <a:t>a</a:t>
            </a:r>
            <a:r>
              <a:rPr lang="en-IN" sz="1800" dirty="0">
                <a:solidFill>
                  <a:srgbClr val="000000"/>
                </a:solidFill>
                <a:effectLst/>
                <a:latin typeface="Calibri" panose="020F0502020204030204" pitchFamily="34" charset="0"/>
                <a:ea typeface="Calibri" panose="020F0502020204030204" pitchFamily="34" charset="0"/>
              </a:rPr>
              <a:t>c</a:t>
            </a:r>
            <a:r>
              <a:rPr lang="en-IN" sz="1800" spc="-5" dirty="0">
                <a:solidFill>
                  <a:srgbClr val="000000"/>
                </a:solidFill>
                <a:effectLst/>
                <a:latin typeface="Calibri" panose="020F0502020204030204" pitchFamily="34" charset="0"/>
                <a:ea typeface="Calibri" panose="020F0502020204030204" pitchFamily="34" charset="0"/>
              </a:rPr>
              <a:t>e</a:t>
            </a:r>
            <a:r>
              <a:rPr lang="en-IN" sz="1800" dirty="0">
                <a:solidFill>
                  <a:srgbClr val="000000"/>
                </a:solidFill>
                <a:effectLst/>
                <a:latin typeface="Calibri" panose="020F0502020204030204" pitchFamily="34" charset="0"/>
                <a:ea typeface="Calibri" panose="020F0502020204030204" pitchFamily="34" charset="0"/>
              </a:rPr>
              <a:t>s</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of students and </a:t>
            </a:r>
            <a:r>
              <a:rPr lang="en-IN" sz="1800" spc="5" dirty="0">
                <a:solidFill>
                  <a:srgbClr val="000000"/>
                </a:solidFill>
                <a:effectLst/>
                <a:latin typeface="Calibri" panose="020F0502020204030204" pitchFamily="34" charset="0"/>
                <a:ea typeface="Calibri" panose="020F0502020204030204" pitchFamily="34" charset="0"/>
              </a:rPr>
              <a:t>d</a:t>
            </a:r>
            <a:r>
              <a:rPr lang="en-IN" sz="1800" dirty="0">
                <a:solidFill>
                  <a:srgbClr val="000000"/>
                </a:solidFill>
                <a:effectLst/>
                <a:latin typeface="Calibri" panose="020F0502020204030204" pitchFamily="34" charset="0"/>
                <a:ea typeface="Calibri" panose="020F0502020204030204" pitchFamily="34" charset="0"/>
              </a:rPr>
              <a:t>etec</a:t>
            </a:r>
            <a:r>
              <a:rPr lang="en-IN" sz="1800" spc="10" dirty="0">
                <a:solidFill>
                  <a:srgbClr val="000000"/>
                </a:solidFill>
                <a:effectLst/>
                <a:latin typeface="Calibri" panose="020F0502020204030204" pitchFamily="34" charset="0"/>
                <a:ea typeface="Calibri" panose="020F0502020204030204" pitchFamily="34" charset="0"/>
              </a:rPr>
              <a:t>ts it in its </a:t>
            </a:r>
            <a:r>
              <a:rPr lang="en-IN" sz="1800" dirty="0">
                <a:solidFill>
                  <a:srgbClr val="000000"/>
                </a:solidFill>
                <a:effectLst/>
                <a:latin typeface="Calibri" panose="020F0502020204030204" pitchFamily="34" charset="0"/>
                <a:ea typeface="Calibri" panose="020F0502020204030204" pitchFamily="34" charset="0"/>
              </a:rPr>
              <a:t>data</a:t>
            </a:r>
            <a:r>
              <a:rPr lang="en-IN" sz="1800" spc="5" dirty="0">
                <a:solidFill>
                  <a:srgbClr val="000000"/>
                </a:solidFill>
                <a:effectLst/>
                <a:latin typeface="Calibri" panose="020F0502020204030204" pitchFamily="34" charset="0"/>
                <a:ea typeface="Calibri" panose="020F0502020204030204" pitchFamily="34" charset="0"/>
              </a:rPr>
              <a:t>b</a:t>
            </a:r>
            <a:r>
              <a:rPr lang="en-IN" sz="1800" dirty="0">
                <a:solidFill>
                  <a:srgbClr val="000000"/>
                </a:solidFill>
                <a:effectLst/>
                <a:latin typeface="Calibri" panose="020F0502020204030204" pitchFamily="34" charset="0"/>
                <a:ea typeface="Calibri" panose="020F0502020204030204" pitchFamily="34" charset="0"/>
              </a:rPr>
              <a:t>ase</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which</a:t>
            </a:r>
            <a:r>
              <a:rPr lang="en-IN" sz="1800" spc="5" dirty="0">
                <a:solidFill>
                  <a:srgbClr val="000000"/>
                </a:solidFill>
                <a:effectLst/>
                <a:latin typeface="Calibri" panose="020F0502020204030204" pitchFamily="34" charset="0"/>
                <a:ea typeface="Calibri" panose="020F0502020204030204" pitchFamily="34" charset="0"/>
              </a:rPr>
              <a:t> </a:t>
            </a:r>
            <a:r>
              <a:rPr lang="en-IN" sz="1800" spc="5" dirty="0">
                <a:solidFill>
                  <a:srgbClr val="000000"/>
                </a:solidFill>
                <a:latin typeface="Calibri" panose="020F0502020204030204" pitchFamily="34" charset="0"/>
                <a:ea typeface="Calibri" panose="020F0502020204030204" pitchFamily="34" charset="0"/>
              </a:rPr>
              <a:t>contain</a:t>
            </a:r>
            <a:r>
              <a:rPr lang="en-IN" sz="1800" spc="5" dirty="0">
                <a:solidFill>
                  <a:srgbClr val="000000"/>
                </a:solidFill>
                <a:effectLst/>
                <a:latin typeface="Calibri" panose="020F0502020204030204" pitchFamily="34" charset="0"/>
                <a:ea typeface="Calibri" panose="020F0502020204030204" pitchFamily="34" charset="0"/>
              </a:rPr>
              <a:t> i</a:t>
            </a:r>
            <a:r>
              <a:rPr lang="en-IN" sz="1800" dirty="0">
                <a:solidFill>
                  <a:srgbClr val="000000"/>
                </a:solidFill>
                <a:effectLst/>
                <a:latin typeface="Calibri" panose="020F0502020204030204" pitchFamily="34" charset="0"/>
                <a:ea typeface="Calibri" panose="020F0502020204030204" pitchFamily="34" charset="0"/>
              </a:rPr>
              <a:t>mages of</a:t>
            </a:r>
            <a:r>
              <a:rPr lang="en-IN" sz="1800" spc="10"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a</a:t>
            </a:r>
            <a:r>
              <a:rPr lang="en-IN" sz="1800" spc="5" dirty="0">
                <a:solidFill>
                  <a:srgbClr val="000000"/>
                </a:solidFill>
                <a:effectLst/>
                <a:latin typeface="Calibri" panose="020F0502020204030204" pitchFamily="34" charset="0"/>
                <a:ea typeface="Calibri" panose="020F0502020204030204" pitchFamily="34" charset="0"/>
              </a:rPr>
              <a:t>l</a:t>
            </a:r>
            <a:r>
              <a:rPr lang="en-IN" sz="1800" dirty="0">
                <a:solidFill>
                  <a:srgbClr val="000000"/>
                </a:solidFill>
                <a:effectLst/>
                <a:latin typeface="Calibri" panose="020F0502020204030204" pitchFamily="34" charset="0"/>
                <a:ea typeface="Calibri" panose="020F0502020204030204" pitchFamily="34" charset="0"/>
              </a:rPr>
              <a:t>l the students and their pe</a:t>
            </a:r>
            <a:r>
              <a:rPr lang="en-IN" sz="1800" spc="-5" dirty="0">
                <a:solidFill>
                  <a:srgbClr val="000000"/>
                </a:solidFill>
                <a:effectLst/>
                <a:latin typeface="Calibri" panose="020F0502020204030204" pitchFamily="34" charset="0"/>
                <a:ea typeface="Calibri" panose="020F0502020204030204" pitchFamily="34" charset="0"/>
              </a:rPr>
              <a:t>r</a:t>
            </a:r>
            <a:r>
              <a:rPr lang="en-IN" sz="1800" dirty="0">
                <a:solidFill>
                  <a:srgbClr val="000000"/>
                </a:solidFill>
                <a:effectLst/>
                <a:latin typeface="Calibri" panose="020F0502020204030204" pitchFamily="34" charset="0"/>
                <a:ea typeface="Calibri" panose="020F0502020204030204" pitchFamily="34" charset="0"/>
              </a:rPr>
              <a:t>sonal</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det</a:t>
            </a:r>
            <a:r>
              <a:rPr lang="en-IN" sz="1800" spc="5" dirty="0">
                <a:solidFill>
                  <a:srgbClr val="000000"/>
                </a:solidFill>
                <a:effectLst/>
                <a:latin typeface="Calibri" panose="020F0502020204030204" pitchFamily="34" charset="0"/>
                <a:ea typeface="Calibri" panose="020F0502020204030204" pitchFamily="34" charset="0"/>
              </a:rPr>
              <a:t>a</a:t>
            </a:r>
            <a:r>
              <a:rPr lang="en-IN" sz="1800" dirty="0">
                <a:solidFill>
                  <a:srgbClr val="000000"/>
                </a:solidFill>
                <a:effectLst/>
                <a:latin typeface="Calibri" panose="020F0502020204030204" pitchFamily="34" charset="0"/>
                <a:ea typeface="Calibri" panose="020F0502020204030204" pitchFamily="34" charset="0"/>
              </a:rPr>
              <a:t>i</a:t>
            </a:r>
            <a:r>
              <a:rPr lang="en-IN" sz="1800" spc="5" dirty="0">
                <a:solidFill>
                  <a:srgbClr val="000000"/>
                </a:solidFill>
                <a:effectLst/>
                <a:latin typeface="Calibri" panose="020F0502020204030204" pitchFamily="34" charset="0"/>
                <a:ea typeface="Calibri" panose="020F0502020204030204" pitchFamily="34" charset="0"/>
              </a:rPr>
              <a:t>l</a:t>
            </a:r>
            <a:r>
              <a:rPr lang="en-IN" sz="1800" dirty="0">
                <a:solidFill>
                  <a:srgbClr val="000000"/>
                </a:solidFill>
                <a:effectLst/>
                <a:latin typeface="Calibri" panose="020F0502020204030204" pitchFamily="34" charset="0"/>
                <a:ea typeface="Calibri" panose="020F0502020204030204" pitchFamily="34" charset="0"/>
              </a:rPr>
              <a:t>s. The</a:t>
            </a:r>
            <a:r>
              <a:rPr lang="en-IN" sz="1800" spc="5" dirty="0">
                <a:solidFill>
                  <a:srgbClr val="000000"/>
                </a:solidFill>
                <a:effectLst/>
                <a:latin typeface="Calibri" panose="020F0502020204030204" pitchFamily="34" charset="0"/>
                <a:ea typeface="Calibri" panose="020F0502020204030204" pitchFamily="34" charset="0"/>
              </a:rPr>
              <a:t>s</a:t>
            </a:r>
            <a:r>
              <a:rPr lang="en-IN" sz="1800" dirty="0">
                <a:solidFill>
                  <a:srgbClr val="000000"/>
                </a:solidFill>
                <a:effectLst/>
                <a:latin typeface="Calibri" panose="020F0502020204030204" pitchFamily="34" charset="0"/>
                <a:ea typeface="Calibri" panose="020F0502020204030204" pitchFamily="34" charset="0"/>
              </a:rPr>
              <a:t>e </a:t>
            </a:r>
            <a:r>
              <a:rPr lang="en-IN" sz="1800" spc="5" dirty="0">
                <a:solidFill>
                  <a:srgbClr val="000000"/>
                </a:solidFill>
                <a:effectLst/>
                <a:latin typeface="Calibri" panose="020F0502020204030204" pitchFamily="34" charset="0"/>
                <a:ea typeface="Calibri" panose="020F0502020204030204" pitchFamily="34" charset="0"/>
              </a:rPr>
              <a:t>i</a:t>
            </a:r>
            <a:r>
              <a:rPr lang="en-IN" sz="1800" dirty="0">
                <a:solidFill>
                  <a:srgbClr val="000000"/>
                </a:solidFill>
                <a:effectLst/>
                <a:latin typeface="Calibri" panose="020F0502020204030204" pitchFamily="34" charset="0"/>
                <a:ea typeface="Calibri" panose="020F0502020204030204" pitchFamily="34" charset="0"/>
              </a:rPr>
              <a:t>mages are then c</a:t>
            </a:r>
            <a:r>
              <a:rPr lang="en-IN" sz="1800" spc="10" dirty="0">
                <a:solidFill>
                  <a:srgbClr val="000000"/>
                </a:solidFill>
                <a:effectLst/>
                <a:latin typeface="Calibri" panose="020F0502020204030204" pitchFamily="34" charset="0"/>
                <a:ea typeface="Calibri" panose="020F0502020204030204" pitchFamily="34" charset="0"/>
              </a:rPr>
              <a:t>o</a:t>
            </a:r>
            <a:r>
              <a:rPr lang="en-IN" sz="1800" dirty="0">
                <a:solidFill>
                  <a:srgbClr val="000000"/>
                </a:solidFill>
                <a:effectLst/>
                <a:latin typeface="Calibri" panose="020F0502020204030204" pitchFamily="34" charset="0"/>
                <a:ea typeface="Calibri" panose="020F0502020204030204" pitchFamily="34" charset="0"/>
              </a:rPr>
              <a:t>mpared</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wi</a:t>
            </a:r>
            <a:r>
              <a:rPr lang="en-IN" sz="1800" spc="5"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h </a:t>
            </a:r>
            <a:r>
              <a:rPr lang="en-IN" sz="1800" spc="5"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he images of student stored</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in</a:t>
            </a:r>
            <a:r>
              <a:rPr lang="en-IN" sz="1800" spc="10"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the da</a:t>
            </a:r>
            <a:r>
              <a:rPr lang="en-IN" sz="1800" spc="5"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abase using f</a:t>
            </a:r>
            <a:r>
              <a:rPr lang="en-IN" sz="1800" spc="10" dirty="0">
                <a:solidFill>
                  <a:srgbClr val="000000"/>
                </a:solidFill>
                <a:effectLst/>
                <a:latin typeface="Calibri" panose="020F0502020204030204" pitchFamily="34" charset="0"/>
                <a:ea typeface="Calibri" panose="020F0502020204030204" pitchFamily="34" charset="0"/>
              </a:rPr>
              <a:t>a</a:t>
            </a:r>
            <a:r>
              <a:rPr lang="en-IN" sz="1800" dirty="0">
                <a:solidFill>
                  <a:srgbClr val="000000"/>
                </a:solidFill>
                <a:effectLst/>
                <a:latin typeface="Calibri" panose="020F0502020204030204" pitchFamily="34" charset="0"/>
                <a:ea typeface="Calibri" panose="020F0502020204030204" pitchFamily="34" charset="0"/>
              </a:rPr>
              <a:t>ce</a:t>
            </a:r>
            <a:r>
              <a:rPr lang="en-IN" sz="1800" spc="-5" dirty="0">
                <a:solidFill>
                  <a:srgbClr val="000000"/>
                </a:solidFill>
                <a:effectLst/>
                <a:latin typeface="Calibri" panose="020F0502020204030204" pitchFamily="34" charset="0"/>
                <a:ea typeface="Calibri" panose="020F0502020204030204" pitchFamily="34" charset="0"/>
              </a:rPr>
              <a:t> r</a:t>
            </a:r>
            <a:r>
              <a:rPr lang="en-IN" sz="1800" dirty="0">
                <a:solidFill>
                  <a:srgbClr val="000000"/>
                </a:solidFill>
                <a:effectLst/>
                <a:latin typeface="Calibri" panose="020F0502020204030204" pitchFamily="34" charset="0"/>
                <a:ea typeface="Calibri" panose="020F0502020204030204" pitchFamily="34" charset="0"/>
              </a:rPr>
              <a:t>ecogni</a:t>
            </a:r>
            <a:r>
              <a:rPr lang="en-IN" sz="1800" spc="5"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ion</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algorit</a:t>
            </a:r>
            <a:r>
              <a:rPr lang="en-IN" sz="1800" spc="5" dirty="0">
                <a:solidFill>
                  <a:srgbClr val="000000"/>
                </a:solidFill>
                <a:effectLst/>
                <a:latin typeface="Calibri" panose="020F0502020204030204" pitchFamily="34" charset="0"/>
                <a:ea typeface="Calibri" panose="020F0502020204030204" pitchFamily="34" charset="0"/>
              </a:rPr>
              <a:t>hm</a:t>
            </a:r>
            <a:r>
              <a:rPr lang="en-IN" sz="1800" dirty="0">
                <a:solidFill>
                  <a:srgbClr val="000000"/>
                </a:solidFill>
                <a:effectLst/>
                <a:latin typeface="Calibri" panose="020F0502020204030204" pitchFamily="34" charset="0"/>
                <a:ea typeface="Calibri" panose="020F0502020204030204" pitchFamily="34" charset="0"/>
              </a:rPr>
              <a:t> and reco</a:t>
            </a:r>
            <a:r>
              <a:rPr lang="en-IN" sz="1800" spc="-5" dirty="0">
                <a:solidFill>
                  <a:srgbClr val="000000"/>
                </a:solidFill>
                <a:effectLst/>
                <a:latin typeface="Calibri" panose="020F0502020204030204" pitchFamily="34" charset="0"/>
                <a:ea typeface="Calibri" panose="020F0502020204030204" pitchFamily="34" charset="0"/>
              </a:rPr>
              <a:t>r</a:t>
            </a:r>
            <a:r>
              <a:rPr lang="en-IN" sz="1800" dirty="0">
                <a:solidFill>
                  <a:srgbClr val="000000"/>
                </a:solidFill>
                <a:effectLst/>
                <a:latin typeface="Calibri" panose="020F0502020204030204" pitchFamily="34" charset="0"/>
                <a:ea typeface="Calibri" panose="020F0502020204030204" pitchFamily="34" charset="0"/>
              </a:rPr>
              <a:t>d</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of </a:t>
            </a:r>
            <a:r>
              <a:rPr lang="en-IN" sz="1800" spc="5" dirty="0">
                <a:solidFill>
                  <a:srgbClr val="000000"/>
                </a:solidFill>
                <a:effectLst/>
                <a:latin typeface="Calibri" panose="020F0502020204030204" pitchFamily="34" charset="0"/>
                <a:ea typeface="Calibri" panose="020F0502020204030204" pitchFamily="34" charset="0"/>
              </a:rPr>
              <a:t>a</a:t>
            </a:r>
            <a:r>
              <a:rPr lang="en-IN" sz="1800" dirty="0">
                <a:solidFill>
                  <a:srgbClr val="000000"/>
                </a:solidFill>
                <a:effectLst/>
                <a:latin typeface="Calibri" panose="020F0502020204030204" pitchFamily="34" charset="0"/>
                <a:ea typeface="Calibri" panose="020F0502020204030204" pitchFamily="34" charset="0"/>
              </a:rPr>
              <a:t>ttendance gets maintained.</a:t>
            </a:r>
          </a:p>
          <a:p>
            <a:pPr marL="286385" marR="323215">
              <a:spcAft>
                <a:spcPts val="0"/>
              </a:spcAft>
            </a:pPr>
            <a:r>
              <a:rPr lang="en-IN" sz="1800" dirty="0">
                <a:solidFill>
                  <a:srgbClr val="000000"/>
                </a:solidFill>
                <a:effectLst/>
                <a:latin typeface="Calibri" panose="020F0502020204030204" pitchFamily="34" charset="0"/>
                <a:ea typeface="Calibri" panose="020F0502020204030204" pitchFamily="34" charset="0"/>
              </a:rPr>
              <a:t>The MATLAB</a:t>
            </a:r>
            <a:r>
              <a:rPr lang="en-IN" sz="1800" spc="-5" dirty="0">
                <a:solidFill>
                  <a:srgbClr val="000000"/>
                </a:solidFill>
                <a:effectLst/>
                <a:latin typeface="Calibri" panose="020F0502020204030204" pitchFamily="34" charset="0"/>
                <a:ea typeface="Calibri" panose="020F0502020204030204" pitchFamily="34" charset="0"/>
              </a:rPr>
              <a:t> </a:t>
            </a:r>
            <a:r>
              <a:rPr lang="en-IN" sz="1800" spc="-5" dirty="0">
                <a:solidFill>
                  <a:srgbClr val="000000"/>
                </a:solidFill>
                <a:latin typeface="Calibri" panose="020F0502020204030204" pitchFamily="34" charset="0"/>
                <a:ea typeface="Calibri" panose="020F0502020204030204" pitchFamily="34" charset="0"/>
              </a:rPr>
              <a:t>is accessible to faculty with credential.</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But, </a:t>
            </a:r>
            <a:r>
              <a:rPr lang="en-IN" sz="1800" spc="-5" dirty="0">
                <a:solidFill>
                  <a:srgbClr val="000000"/>
                </a:solidFill>
                <a:effectLst/>
                <a:latin typeface="Calibri" panose="020F0502020204030204" pitchFamily="34" charset="0"/>
                <a:ea typeface="Calibri" panose="020F0502020204030204" pitchFamily="34" charset="0"/>
              </a:rPr>
              <a:t>what</a:t>
            </a:r>
            <a:r>
              <a:rPr lang="en-IN" sz="1800" dirty="0">
                <a:solidFill>
                  <a:srgbClr val="000000"/>
                </a:solidFill>
                <a:effectLst/>
                <a:latin typeface="Calibri" panose="020F0502020204030204" pitchFamily="34" charset="0"/>
                <a:ea typeface="Calibri" panose="020F0502020204030204" pitchFamily="34" charset="0"/>
              </a:rPr>
              <a:t> if only h</a:t>
            </a:r>
            <a:r>
              <a:rPr lang="en-IN" sz="1800" spc="5" dirty="0">
                <a:solidFill>
                  <a:srgbClr val="000000"/>
                </a:solidFill>
                <a:effectLst/>
                <a:latin typeface="Calibri" panose="020F0502020204030204" pitchFamily="34" charset="0"/>
                <a:ea typeface="Calibri" panose="020F0502020204030204" pitchFamily="34" charset="0"/>
              </a:rPr>
              <a:t>a</a:t>
            </a:r>
            <a:r>
              <a:rPr lang="en-IN" sz="1800" dirty="0">
                <a:solidFill>
                  <a:srgbClr val="000000"/>
                </a:solidFill>
                <a:effectLst/>
                <a:latin typeface="Calibri" panose="020F0502020204030204" pitchFamily="34" charset="0"/>
                <a:ea typeface="Calibri" panose="020F0502020204030204" pitchFamily="34" charset="0"/>
              </a:rPr>
              <a:t>lf f</a:t>
            </a:r>
            <a:r>
              <a:rPr lang="en-IN" sz="1800" spc="5" dirty="0">
                <a:solidFill>
                  <a:srgbClr val="000000"/>
                </a:solidFill>
                <a:effectLst/>
                <a:latin typeface="Calibri" panose="020F0502020204030204" pitchFamily="34" charset="0"/>
                <a:ea typeface="Calibri" panose="020F0502020204030204" pitchFamily="34" charset="0"/>
              </a:rPr>
              <a:t>a</a:t>
            </a:r>
            <a:r>
              <a:rPr lang="en-IN" sz="1800" dirty="0">
                <a:solidFill>
                  <a:srgbClr val="000000"/>
                </a:solidFill>
                <a:effectLst/>
                <a:latin typeface="Calibri" panose="020F0502020204030204" pitchFamily="34" charset="0"/>
                <a:ea typeface="Calibri" panose="020F0502020204030204" pitchFamily="34" charset="0"/>
              </a:rPr>
              <a:t>ce</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of a pa</a:t>
            </a:r>
            <a:r>
              <a:rPr lang="en-IN" sz="1800" spc="-5" dirty="0">
                <a:solidFill>
                  <a:srgbClr val="000000"/>
                </a:solidFill>
                <a:effectLst/>
                <a:latin typeface="Calibri" panose="020F0502020204030204" pitchFamily="34" charset="0"/>
                <a:ea typeface="Calibri" panose="020F0502020204030204" pitchFamily="34" charset="0"/>
              </a:rPr>
              <a:t>r</a:t>
            </a:r>
            <a:r>
              <a:rPr lang="en-IN" sz="1800" dirty="0">
                <a:solidFill>
                  <a:srgbClr val="000000"/>
                </a:solidFill>
                <a:effectLst/>
                <a:latin typeface="Calibri" panose="020F0502020204030204" pitchFamily="34" charset="0"/>
                <a:ea typeface="Calibri" panose="020F0502020204030204" pitchFamily="34" charset="0"/>
              </a:rPr>
              <a:t>t</a:t>
            </a:r>
            <a:r>
              <a:rPr lang="en-IN" sz="1800" spc="5" dirty="0">
                <a:solidFill>
                  <a:srgbClr val="000000"/>
                </a:solidFill>
                <a:effectLst/>
                <a:latin typeface="Calibri" panose="020F0502020204030204" pitchFamily="34" charset="0"/>
                <a:ea typeface="Calibri" panose="020F0502020204030204" pitchFamily="34" charset="0"/>
              </a:rPr>
              <a:t>i</a:t>
            </a:r>
            <a:r>
              <a:rPr lang="en-IN" sz="1800" dirty="0">
                <a:solidFill>
                  <a:srgbClr val="000000"/>
                </a:solidFill>
                <a:effectLst/>
                <a:latin typeface="Calibri" panose="020F0502020204030204" pitchFamily="34" charset="0"/>
                <a:ea typeface="Calibri" panose="020F0502020204030204" pitchFamily="34" charset="0"/>
              </a:rPr>
              <a:t>cul</a:t>
            </a:r>
            <a:r>
              <a:rPr lang="en-IN" sz="1800" spc="5" dirty="0">
                <a:solidFill>
                  <a:srgbClr val="000000"/>
                </a:solidFill>
                <a:effectLst/>
                <a:latin typeface="Calibri" panose="020F0502020204030204" pitchFamily="34" charset="0"/>
                <a:ea typeface="Calibri" panose="020F0502020204030204" pitchFamily="34" charset="0"/>
              </a:rPr>
              <a:t>a</a:t>
            </a:r>
            <a:r>
              <a:rPr lang="en-IN" sz="1800" dirty="0">
                <a:solidFill>
                  <a:srgbClr val="000000"/>
                </a:solidFill>
                <a:effectLst/>
                <a:latin typeface="Calibri" panose="020F0502020204030204" pitchFamily="34" charset="0"/>
                <a:ea typeface="Calibri" panose="020F0502020204030204" pitchFamily="34" charset="0"/>
              </a:rPr>
              <a:t>r</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stude</a:t>
            </a:r>
            <a:r>
              <a:rPr lang="en-IN" sz="1800" spc="5" dirty="0">
                <a:solidFill>
                  <a:srgbClr val="000000"/>
                </a:solidFill>
                <a:effectLst/>
                <a:latin typeface="Calibri" panose="020F0502020204030204" pitchFamily="34" charset="0"/>
                <a:ea typeface="Calibri" panose="020F0502020204030204" pitchFamily="34" charset="0"/>
              </a:rPr>
              <a:t>n</a:t>
            </a:r>
            <a:r>
              <a:rPr lang="en-IN" sz="1800" dirty="0">
                <a:solidFill>
                  <a:srgbClr val="000000"/>
                </a:solidFill>
                <a:effectLst/>
                <a:latin typeface="Calibri" panose="020F0502020204030204" pitchFamily="34" charset="0"/>
                <a:ea typeface="Calibri" panose="020F0502020204030204" pitchFamily="34" charset="0"/>
              </a:rPr>
              <a:t>t i</a:t>
            </a:r>
            <a:r>
              <a:rPr lang="en-IN" sz="1800" spc="5" dirty="0">
                <a:solidFill>
                  <a:srgbClr val="000000"/>
                </a:solidFill>
                <a:effectLst/>
                <a:latin typeface="Calibri" panose="020F0502020204030204" pitchFamily="34" charset="0"/>
                <a:ea typeface="Calibri" panose="020F0502020204030204" pitchFamily="34" charset="0"/>
              </a:rPr>
              <a:t>s</a:t>
            </a:r>
            <a:r>
              <a:rPr lang="en-IN" sz="1800" dirty="0">
                <a:solidFill>
                  <a:srgbClr val="000000"/>
                </a:solidFill>
                <a:effectLst/>
                <a:latin typeface="Calibri" panose="020F0502020204030204" pitchFamily="34" charset="0"/>
                <a:ea typeface="Calibri" panose="020F0502020204030204" pitchFamily="34" charset="0"/>
              </a:rPr>
              <a:t> seen </a:t>
            </a:r>
            <a:r>
              <a:rPr lang="en-IN" sz="1800" spc="5" dirty="0">
                <a:solidFill>
                  <a:srgbClr val="000000"/>
                </a:solidFill>
                <a:effectLst/>
                <a:latin typeface="Calibri" panose="020F0502020204030204" pitchFamily="34" charset="0"/>
                <a:ea typeface="Calibri" panose="020F0502020204030204" pitchFamily="34" charset="0"/>
              </a:rPr>
              <a:t>o</a:t>
            </a:r>
            <a:r>
              <a:rPr lang="en-IN" sz="1800" dirty="0">
                <a:solidFill>
                  <a:srgbClr val="000000"/>
                </a:solidFill>
                <a:effectLst/>
                <a:latin typeface="Calibri" panose="020F0502020204030204" pitchFamily="34" charset="0"/>
                <a:ea typeface="Calibri" panose="020F0502020204030204" pitchFamily="34" charset="0"/>
              </a:rPr>
              <a:t>r</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his fa</a:t>
            </a:r>
            <a:r>
              <a:rPr lang="en-IN" sz="1800" spc="10" dirty="0">
                <a:solidFill>
                  <a:srgbClr val="000000"/>
                </a:solidFill>
                <a:effectLst/>
                <a:latin typeface="Calibri" panose="020F0502020204030204" pitchFamily="34" charset="0"/>
                <a:ea typeface="Calibri" panose="020F0502020204030204" pitchFamily="34" charset="0"/>
              </a:rPr>
              <a:t>c</a:t>
            </a:r>
            <a:r>
              <a:rPr lang="en-IN" sz="1800" dirty="0">
                <a:solidFill>
                  <a:srgbClr val="000000"/>
                </a:solidFill>
                <a:effectLst/>
                <a:latin typeface="Calibri" panose="020F0502020204030204" pitchFamily="34" charset="0"/>
                <a:ea typeface="Calibri" panose="020F0502020204030204" pitchFamily="34" charset="0"/>
              </a:rPr>
              <a:t>e is not clear</a:t>
            </a:r>
            <a:r>
              <a:rPr lang="en-IN" sz="1800" spc="200"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in </a:t>
            </a:r>
            <a:r>
              <a:rPr lang="en-IN" sz="1800" spc="5"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he o</a:t>
            </a:r>
            <a:r>
              <a:rPr lang="en-IN" sz="1800" spc="-10" dirty="0">
                <a:solidFill>
                  <a:srgbClr val="000000"/>
                </a:solidFill>
                <a:effectLst/>
                <a:latin typeface="Calibri" panose="020F0502020204030204" pitchFamily="34" charset="0"/>
                <a:ea typeface="Calibri" panose="020F0502020204030204" pitchFamily="34" charset="0"/>
              </a:rPr>
              <a:t>r</a:t>
            </a:r>
            <a:r>
              <a:rPr lang="en-IN" sz="1800" dirty="0">
                <a:solidFill>
                  <a:srgbClr val="000000"/>
                </a:solidFill>
                <a:effectLst/>
                <a:latin typeface="Calibri" panose="020F0502020204030204" pitchFamily="34" charset="0"/>
                <a:ea typeface="Calibri" panose="020F0502020204030204" pitchFamily="34" charset="0"/>
              </a:rPr>
              <a:t>ig</a:t>
            </a:r>
            <a:r>
              <a:rPr lang="en-IN" sz="1800" spc="5" dirty="0">
                <a:solidFill>
                  <a:srgbClr val="000000"/>
                </a:solidFill>
                <a:effectLst/>
                <a:latin typeface="Calibri" panose="020F0502020204030204" pitchFamily="34" charset="0"/>
                <a:ea typeface="Calibri" panose="020F0502020204030204" pitchFamily="34" charset="0"/>
              </a:rPr>
              <a:t>i</a:t>
            </a:r>
            <a:r>
              <a:rPr lang="en-IN" sz="1800" dirty="0">
                <a:solidFill>
                  <a:srgbClr val="000000"/>
                </a:solidFill>
                <a:effectLst/>
                <a:latin typeface="Calibri" panose="020F0502020204030204" pitchFamily="34" charset="0"/>
                <a:ea typeface="Calibri" panose="020F0502020204030204" pitchFamily="34" charset="0"/>
              </a:rPr>
              <a:t>n</a:t>
            </a:r>
            <a:r>
              <a:rPr lang="en-IN" sz="1800" spc="5" dirty="0">
                <a:solidFill>
                  <a:srgbClr val="000000"/>
                </a:solidFill>
                <a:effectLst/>
                <a:latin typeface="Calibri" panose="020F0502020204030204" pitchFamily="34" charset="0"/>
                <a:ea typeface="Calibri" panose="020F0502020204030204" pitchFamily="34" charset="0"/>
              </a:rPr>
              <a:t>a</a:t>
            </a:r>
            <a:r>
              <a:rPr lang="en-IN" sz="1800" dirty="0">
                <a:solidFill>
                  <a:srgbClr val="000000"/>
                </a:solidFill>
                <a:effectLst/>
                <a:latin typeface="Calibri" panose="020F0502020204030204" pitchFamily="34" charset="0"/>
                <a:ea typeface="Calibri" panose="020F0502020204030204" pitchFamily="34" charset="0"/>
              </a:rPr>
              <a:t>l im</a:t>
            </a:r>
            <a:r>
              <a:rPr lang="en-IN" sz="1800" spc="-5" dirty="0">
                <a:solidFill>
                  <a:srgbClr val="000000"/>
                </a:solidFill>
                <a:effectLst/>
                <a:latin typeface="Calibri" panose="020F0502020204030204" pitchFamily="34" charset="0"/>
                <a:ea typeface="Calibri" panose="020F0502020204030204" pitchFamily="34" charset="0"/>
              </a:rPr>
              <a:t>a</a:t>
            </a:r>
            <a:r>
              <a:rPr lang="en-IN" sz="1800" dirty="0">
                <a:solidFill>
                  <a:srgbClr val="000000"/>
                </a:solidFill>
                <a:effectLst/>
                <a:latin typeface="Calibri" panose="020F0502020204030204" pitchFamily="34" charset="0"/>
                <a:ea typeface="Calibri" panose="020F0502020204030204" pitchFamily="34" charset="0"/>
              </a:rPr>
              <a:t>ge. The faculty c</a:t>
            </a:r>
            <a:r>
              <a:rPr lang="en-IN" sz="1800" spc="5" dirty="0">
                <a:solidFill>
                  <a:srgbClr val="000000"/>
                </a:solidFill>
                <a:effectLst/>
                <a:latin typeface="Calibri" panose="020F0502020204030204" pitchFamily="34" charset="0"/>
                <a:ea typeface="Calibri" panose="020F0502020204030204" pitchFamily="34" charset="0"/>
              </a:rPr>
              <a:t>a</a:t>
            </a:r>
            <a:r>
              <a:rPr lang="en-IN" sz="1800" dirty="0">
                <a:solidFill>
                  <a:srgbClr val="000000"/>
                </a:solidFill>
                <a:effectLst/>
                <a:latin typeface="Calibri" panose="020F0502020204030204" pitchFamily="34" charset="0"/>
                <a:ea typeface="Calibri" panose="020F0502020204030204" pitchFamily="34" charset="0"/>
              </a:rPr>
              <a:t>n manually mark </a:t>
            </a:r>
            <a:r>
              <a:rPr lang="en-IN" sz="1800" spc="10"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he attendance </a:t>
            </a:r>
            <a:r>
              <a:rPr lang="en-IN" sz="1800" spc="-5" dirty="0">
                <a:solidFill>
                  <a:srgbClr val="000000"/>
                </a:solidFill>
                <a:latin typeface="Calibri" panose="020F0502020204030204" pitchFamily="34" charset="0"/>
                <a:ea typeface="Calibri" panose="020F0502020204030204" pitchFamily="34" charset="0"/>
              </a:rPr>
              <a:t>as well as sort problem in detection or capturing image</a:t>
            </a:r>
            <a:r>
              <a:rPr lang="en-IN" sz="1800" dirty="0">
                <a:solidFill>
                  <a:srgbClr val="000000"/>
                </a:solidFill>
                <a:effectLst/>
                <a:latin typeface="Calibri" panose="020F0502020204030204" pitchFamily="34" charset="0"/>
                <a:ea typeface="Calibri" panose="020F0502020204030204" pitchFamily="34" charset="0"/>
              </a:rPr>
              <a:t> of those students by assessing MATLAB with credentials. It keeps record of video for month and image for </a:t>
            </a:r>
            <a:r>
              <a:rPr lang="en-IN" sz="1800" dirty="0">
                <a:solidFill>
                  <a:srgbClr val="000000"/>
                </a:solidFill>
                <a:latin typeface="Calibri" panose="020F0502020204030204" pitchFamily="34" charset="0"/>
                <a:ea typeface="Calibri" panose="020F0502020204030204" pitchFamily="34" charset="0"/>
              </a:rPr>
              <a:t>5</a:t>
            </a:r>
            <a:r>
              <a:rPr lang="en-IN" sz="1800" dirty="0">
                <a:solidFill>
                  <a:srgbClr val="000000"/>
                </a:solidFill>
                <a:effectLst/>
                <a:latin typeface="Calibri" panose="020F0502020204030204" pitchFamily="34" charset="0"/>
                <a:ea typeface="Calibri" panose="020F0502020204030204" pitchFamily="34" charset="0"/>
              </a:rPr>
              <a:t> days.</a:t>
            </a:r>
            <a:r>
              <a:rPr lang="en-IN" sz="1800" spc="10"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This is how record</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of at</a:t>
            </a:r>
            <a:r>
              <a:rPr lang="en-IN" sz="1800" spc="5"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endance</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is kept </a:t>
            </a:r>
            <a:r>
              <a:rPr lang="en-IN" sz="1800" spc="5" dirty="0">
                <a:solidFill>
                  <a:srgbClr val="000000"/>
                </a:solidFill>
                <a:effectLst/>
                <a:latin typeface="Calibri" panose="020F0502020204030204" pitchFamily="34" charset="0"/>
                <a:ea typeface="Calibri" panose="020F0502020204030204" pitchFamily="34" charset="0"/>
              </a:rPr>
              <a:t>i</a:t>
            </a:r>
            <a:r>
              <a:rPr lang="en-IN" sz="1800" dirty="0">
                <a:solidFill>
                  <a:srgbClr val="000000"/>
                </a:solidFill>
                <a:effectLst/>
                <a:latin typeface="Calibri" panose="020F0502020204030204" pitchFamily="34" charset="0"/>
                <a:ea typeface="Calibri" panose="020F0502020204030204" pitchFamily="34" charset="0"/>
              </a:rPr>
              <a:t>n our system.</a:t>
            </a:r>
            <a:endParaRPr lang="en-IN" sz="18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922821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2" name="Title 1">
            <a:extLst>
              <a:ext uri="{FF2B5EF4-FFF2-40B4-BE49-F238E27FC236}">
                <a16:creationId xmlns:a16="http://schemas.microsoft.com/office/drawing/2014/main" id="{5255B787-EFA0-97AD-B3FF-6C7752D50AF5}"/>
              </a:ext>
            </a:extLst>
          </p:cNvPr>
          <p:cNvSpPr>
            <a:spLocks noGrp="1"/>
          </p:cNvSpPr>
          <p:nvPr>
            <p:ph type="title"/>
          </p:nvPr>
        </p:nvSpPr>
        <p:spPr>
          <a:xfrm>
            <a:off x="982133" y="457201"/>
            <a:ext cx="7704667" cy="762000"/>
          </a:xfrm>
        </p:spPr>
        <p:txBody>
          <a:bodyPr>
            <a:normAutofit fontScale="90000"/>
          </a:bodyPr>
          <a:lstStyle/>
          <a:p>
            <a:r>
              <a:rPr lang="en-IN" sz="4800" b="1" dirty="0">
                <a:latin typeface="Times New Roman" panose="02020603050405020304" pitchFamily="18" charset="0"/>
                <a:cs typeface="Times New Roman" panose="02020603050405020304" pitchFamily="18" charset="0"/>
              </a:rPr>
              <a:t>Proposed System Cont.</a:t>
            </a:r>
          </a:p>
        </p:txBody>
      </p:sp>
      <p:sp>
        <p:nvSpPr>
          <p:cNvPr id="4" name="Content Placeholder 3">
            <a:extLst>
              <a:ext uri="{FF2B5EF4-FFF2-40B4-BE49-F238E27FC236}">
                <a16:creationId xmlns:a16="http://schemas.microsoft.com/office/drawing/2014/main" id="{4B2D6E89-E7C7-D830-8EE9-37F6BBEAD82E}"/>
              </a:ext>
            </a:extLst>
          </p:cNvPr>
          <p:cNvSpPr>
            <a:spLocks noGrp="1"/>
          </p:cNvSpPr>
          <p:nvPr>
            <p:ph idx="1"/>
          </p:nvPr>
        </p:nvSpPr>
        <p:spPr>
          <a:xfrm>
            <a:off x="1802424" y="2267156"/>
            <a:ext cx="6667312" cy="762000"/>
          </a:xfrm>
        </p:spPr>
        <p:txBody>
          <a:bodyPr>
            <a:noAutofit/>
          </a:bodyPr>
          <a:lstStyle/>
          <a:p>
            <a:pPr marL="0" indent="0" algn="ctr">
              <a:buNone/>
            </a:pPr>
            <a:r>
              <a:rPr lang="en-IN" sz="3200" u="sng" dirty="0">
                <a:latin typeface="Times New Roman" panose="02020603050405020304" pitchFamily="18" charset="0"/>
                <a:cs typeface="Times New Roman" panose="02020603050405020304" pitchFamily="18" charset="0"/>
              </a:rPr>
              <a:t>Block Diagram</a:t>
            </a:r>
          </a:p>
        </p:txBody>
      </p:sp>
      <p:pic>
        <p:nvPicPr>
          <p:cNvPr id="7" name="Content Placeholder 6">
            <a:extLst>
              <a:ext uri="{FF2B5EF4-FFF2-40B4-BE49-F238E27FC236}">
                <a16:creationId xmlns:a16="http://schemas.microsoft.com/office/drawing/2014/main" id="{F22CC78A-17E8-EA25-770D-C3B0C11BF444}"/>
              </a:ext>
            </a:extLst>
          </p:cNvPr>
          <p:cNvPicPr>
            <a:picLocks noGrp="1" noChangeAspect="1"/>
          </p:cNvPicPr>
          <p:nvPr>
            <p:ph sz="half" idx="4294967295"/>
          </p:nvPr>
        </p:nvPicPr>
        <p:blipFill>
          <a:blip r:embed="rId3"/>
          <a:stretch>
            <a:fillRect/>
          </a:stretch>
        </p:blipFill>
        <p:spPr>
          <a:xfrm>
            <a:off x="1802423" y="3029156"/>
            <a:ext cx="6667313" cy="3450775"/>
          </a:xfrm>
        </p:spPr>
      </p:pic>
    </p:spTree>
    <p:extLst>
      <p:ext uri="{BB962C8B-B14F-4D97-AF65-F5344CB8AC3E}">
        <p14:creationId xmlns:p14="http://schemas.microsoft.com/office/powerpoint/2010/main" val="4231711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2" name="Title 1">
            <a:extLst>
              <a:ext uri="{FF2B5EF4-FFF2-40B4-BE49-F238E27FC236}">
                <a16:creationId xmlns:a16="http://schemas.microsoft.com/office/drawing/2014/main" id="{5255B787-EFA0-97AD-B3FF-6C7752D50AF5}"/>
              </a:ext>
            </a:extLst>
          </p:cNvPr>
          <p:cNvSpPr>
            <a:spLocks noGrp="1"/>
          </p:cNvSpPr>
          <p:nvPr>
            <p:ph type="title"/>
          </p:nvPr>
        </p:nvSpPr>
        <p:spPr>
          <a:xfrm>
            <a:off x="982133" y="685801"/>
            <a:ext cx="7704667" cy="2259622"/>
          </a:xfrm>
        </p:spPr>
        <p:txBody>
          <a:bodyPr>
            <a:normAutofit/>
          </a:bodyPr>
          <a:lstStyle/>
          <a:p>
            <a:r>
              <a:rPr lang="en-IN" sz="4800" b="1" dirty="0">
                <a:latin typeface="Times New Roman" panose="02020603050405020304" pitchFamily="18" charset="0"/>
                <a:cs typeface="Times New Roman" panose="02020603050405020304" pitchFamily="18" charset="0"/>
              </a:rPr>
              <a:t>Proposed System Cont.</a:t>
            </a:r>
            <a:br>
              <a:rPr lang="en-IN" sz="4800" b="1" dirty="0">
                <a:latin typeface="Times New Roman" panose="02020603050405020304" pitchFamily="18" charset="0"/>
                <a:cs typeface="Times New Roman" panose="02020603050405020304" pitchFamily="18" charset="0"/>
              </a:rPr>
            </a:br>
            <a:br>
              <a:rPr lang="en-IN" sz="4800" b="1"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Face Detection</a:t>
            </a:r>
          </a:p>
        </p:txBody>
      </p:sp>
      <p:sp>
        <p:nvSpPr>
          <p:cNvPr id="3" name="Content Placeholder 2">
            <a:extLst>
              <a:ext uri="{FF2B5EF4-FFF2-40B4-BE49-F238E27FC236}">
                <a16:creationId xmlns:a16="http://schemas.microsoft.com/office/drawing/2014/main" id="{5F1E44B0-DBAF-C48C-8852-289BAF0367DB}"/>
              </a:ext>
            </a:extLst>
          </p:cNvPr>
          <p:cNvSpPr>
            <a:spLocks noGrp="1"/>
          </p:cNvSpPr>
          <p:nvPr>
            <p:ph sz="half" idx="1"/>
          </p:nvPr>
        </p:nvSpPr>
        <p:spPr>
          <a:xfrm>
            <a:off x="562708" y="2667000"/>
            <a:ext cx="4384196" cy="3368674"/>
          </a:xfrm>
        </p:spPr>
        <p:txBody>
          <a:bodyPr>
            <a:normAutofit/>
          </a:bodyPr>
          <a:lstStyle/>
          <a:p>
            <a:pPr>
              <a:buFont typeface="Wingdings" panose="05000000000000000000" pitchFamily="2" charset="2"/>
              <a:buChar char="Ø"/>
            </a:pP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a:t>
            </a:r>
            <a:r>
              <a:rPr lang="en-IN" sz="1600" spc="8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iol</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spc="9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Jones</a:t>
            </a:r>
            <a:r>
              <a:rPr lang="en-IN" sz="1600" spc="8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bject</a:t>
            </a:r>
            <a:r>
              <a:rPr lang="en-IN" sz="1600" spc="9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detect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on</a:t>
            </a:r>
            <a:r>
              <a:rPr lang="en-IN" sz="1600" spc="9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fr</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mewo</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 is used</a:t>
            </a:r>
            <a:r>
              <a:rPr lang="en-IN" sz="1600" spc="8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spc="9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detect</a:t>
            </a:r>
            <a:r>
              <a:rPr lang="en-IN" sz="1600" spc="10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aces</a:t>
            </a:r>
            <a:r>
              <a:rPr lang="en-IN" sz="1600" spc="8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 the</a:t>
            </a:r>
            <a:r>
              <a:rPr lang="en-IN" sz="1600" spc="29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mage. 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spc="3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spc="29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charact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rist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cs</a:t>
            </a:r>
            <a:r>
              <a:rPr lang="en-IN" sz="1600" spc="29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of</a:t>
            </a:r>
            <a:r>
              <a:rPr lang="en-IN" sz="1600" spc="29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iol</a:t>
            </a:r>
            <a:r>
              <a:rPr lang="en-IN" sz="1600" spc="4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–Jones</a:t>
            </a:r>
            <a:r>
              <a:rPr lang="en-IN" sz="1600" spc="28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spc="2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gori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hm which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es it a good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on algori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hm ar</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p>
          <a:p>
            <a:pPr lvl="1">
              <a:buFont typeface="Arial" panose="020B0604020202020204" pitchFamily="34" charset="0"/>
              <a:buChar char="•"/>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Robust</a:t>
            </a:r>
          </a:p>
          <a:p>
            <a:pPr lvl="1">
              <a:buFont typeface="Arial" panose="020B0604020202020204" pitchFamily="34" charset="0"/>
              <a:buChar char="•"/>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Real-Time</a:t>
            </a:r>
          </a:p>
          <a:p>
            <a:pPr lvl="1">
              <a:buFont typeface="Arial" panose="020B0604020202020204" pitchFamily="34" charset="0"/>
              <a:buChar char="•"/>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Face detection but not Recognition.</a:t>
            </a:r>
          </a:p>
        </p:txBody>
      </p:sp>
      <p:sp>
        <p:nvSpPr>
          <p:cNvPr id="6" name="Content Placeholder 5">
            <a:extLst>
              <a:ext uri="{FF2B5EF4-FFF2-40B4-BE49-F238E27FC236}">
                <a16:creationId xmlns:a16="http://schemas.microsoft.com/office/drawing/2014/main" id="{1693FC94-2541-74DA-9F08-4C72366CF435}"/>
              </a:ext>
            </a:extLst>
          </p:cNvPr>
          <p:cNvSpPr>
            <a:spLocks noGrp="1"/>
          </p:cNvSpPr>
          <p:nvPr>
            <p:ph sz="half" idx="2"/>
          </p:nvPr>
        </p:nvSpPr>
        <p:spPr>
          <a:xfrm>
            <a:off x="5150246" y="2825375"/>
            <a:ext cx="3739896" cy="3346824"/>
          </a:xfrm>
        </p:spPr>
        <p:txBody>
          <a:bodyPr>
            <a:normAutofit/>
          </a:bodyPr>
          <a:lstStyle/>
          <a:p>
            <a:pPr>
              <a:buFont typeface="Wingdings" panose="05000000000000000000" pitchFamily="2" charset="2"/>
              <a:buChar char="Ø"/>
            </a:pP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he algor</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hm has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main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 f</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ur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ain sta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es:</a:t>
            </a:r>
          </a:p>
          <a:p>
            <a:pPr lvl="1">
              <a:buFont typeface="Arial" panose="020B0604020202020204" pitchFamily="34" charset="0"/>
              <a:buChar char="•"/>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Haar feature Selection.</a:t>
            </a:r>
          </a:p>
          <a:p>
            <a:pPr lvl="1">
              <a:buFont typeface="Arial" panose="020B0604020202020204" pitchFamily="34" charset="0"/>
              <a:buChar char="•"/>
            </a:pPr>
            <a:r>
              <a:rPr lang="en-IN" dirty="0">
                <a:effectLst/>
                <a:latin typeface="Times New Roman" panose="02020603050405020304" pitchFamily="18" charset="0"/>
                <a:ea typeface="Calibri" panose="020F0502020204030204" pitchFamily="34" charset="0"/>
                <a:cs typeface="Times New Roman" panose="02020603050405020304" pitchFamily="18" charset="0"/>
              </a:rPr>
              <a:t>Creating internal image.</a:t>
            </a:r>
          </a:p>
          <a:p>
            <a:pPr lvl="1">
              <a:buFont typeface="Arial" panose="020B0604020202020204" pitchFamily="34" charset="0"/>
              <a:buChar char="•"/>
            </a:pPr>
            <a:r>
              <a:rPr lang="en-IN" dirty="0">
                <a:latin typeface="Times New Roman" panose="02020603050405020304" pitchFamily="18" charset="0"/>
                <a:ea typeface="Calibri" panose="020F0502020204030204" pitchFamily="34" charset="0"/>
                <a:cs typeface="Times New Roman" panose="02020603050405020304" pitchFamily="18" charset="0"/>
              </a:rPr>
              <a:t>Adaboost training algorithm.</a:t>
            </a:r>
          </a:p>
          <a:p>
            <a:pPr lvl="1">
              <a:buFont typeface="Arial" panose="020B0604020202020204" pitchFamily="34" charset="0"/>
              <a:buChar char="•"/>
            </a:pPr>
            <a:r>
              <a:rPr lang="en-IN" dirty="0">
                <a:effectLst/>
                <a:latin typeface="Times New Roman" panose="02020603050405020304" pitchFamily="18" charset="0"/>
                <a:ea typeface="Calibri" panose="020F0502020204030204" pitchFamily="34" charset="0"/>
                <a:cs typeface="Times New Roman" panose="02020603050405020304" pitchFamily="18" charset="0"/>
              </a:rPr>
              <a:t>Cascading classifier.</a:t>
            </a:r>
            <a:endPar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35210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2" name="Title 1">
            <a:extLst>
              <a:ext uri="{FF2B5EF4-FFF2-40B4-BE49-F238E27FC236}">
                <a16:creationId xmlns:a16="http://schemas.microsoft.com/office/drawing/2014/main" id="{5255B787-EFA0-97AD-B3FF-6C7752D50AF5}"/>
              </a:ext>
            </a:extLst>
          </p:cNvPr>
          <p:cNvSpPr>
            <a:spLocks noGrp="1"/>
          </p:cNvSpPr>
          <p:nvPr>
            <p:ph type="title"/>
          </p:nvPr>
        </p:nvSpPr>
        <p:spPr>
          <a:xfrm>
            <a:off x="982133" y="457201"/>
            <a:ext cx="7704667" cy="1441937"/>
          </a:xfrm>
        </p:spPr>
        <p:txBody>
          <a:bodyPr>
            <a:normAutofit fontScale="90000"/>
          </a:bodyPr>
          <a:lstStyle/>
          <a:p>
            <a:r>
              <a:rPr lang="en-IN" sz="4800" b="1" dirty="0">
                <a:latin typeface="Times New Roman" panose="02020603050405020304" pitchFamily="18" charset="0"/>
                <a:cs typeface="Times New Roman" panose="02020603050405020304" pitchFamily="18" charset="0"/>
              </a:rPr>
              <a:t>Proposed System Cont.</a:t>
            </a:r>
            <a:br>
              <a:rPr lang="en-IN" sz="4800" b="1" dirty="0">
                <a:latin typeface="Times New Roman" panose="02020603050405020304" pitchFamily="18" charset="0"/>
                <a:cs typeface="Times New Roman" panose="02020603050405020304" pitchFamily="18" charset="0"/>
              </a:rPr>
            </a:br>
            <a:r>
              <a:rPr lang="en-IN" sz="1100" b="1" dirty="0">
                <a:latin typeface="Times New Roman" panose="02020603050405020304" pitchFamily="18" charset="0"/>
                <a:cs typeface="Times New Roman" panose="02020603050405020304" pitchFamily="18" charset="0"/>
              </a:rPr>
              <a:t> </a:t>
            </a:r>
            <a:br>
              <a:rPr lang="en-IN" sz="4800" b="1"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Face Recognition</a:t>
            </a:r>
          </a:p>
        </p:txBody>
      </p:sp>
      <p:sp>
        <p:nvSpPr>
          <p:cNvPr id="3" name="Content Placeholder 2">
            <a:extLst>
              <a:ext uri="{FF2B5EF4-FFF2-40B4-BE49-F238E27FC236}">
                <a16:creationId xmlns:a16="http://schemas.microsoft.com/office/drawing/2014/main" id="{5F1E44B0-DBAF-C48C-8852-289BAF0367DB}"/>
              </a:ext>
            </a:extLst>
          </p:cNvPr>
          <p:cNvSpPr>
            <a:spLocks noGrp="1"/>
          </p:cNvSpPr>
          <p:nvPr>
            <p:ph idx="1"/>
          </p:nvPr>
        </p:nvSpPr>
        <p:spPr>
          <a:xfrm>
            <a:off x="982133" y="2057399"/>
            <a:ext cx="7704667" cy="4343399"/>
          </a:xfrm>
        </p:spPr>
        <p:txBody>
          <a:bodyPr>
            <a:normAutofit/>
          </a:bodyPr>
          <a:lstStyle/>
          <a:p>
            <a:pPr marL="0" indent="0">
              <a:buNone/>
            </a:pPr>
            <a:r>
              <a:rPr lang="en-IN" b="0" i="0" dirty="0">
                <a:solidFill>
                  <a:srgbClr val="292929"/>
                </a:solidFill>
                <a:effectLst/>
                <a:latin typeface="Times New Roman" panose="02020603050405020304" pitchFamily="18" charset="0"/>
                <a:cs typeface="Times New Roman" panose="02020603050405020304" pitchFamily="18" charset="0"/>
              </a:rPr>
              <a:t>Histogram of Oriented Gradients (HOG), is a feature descriptor. It is used in computer vision and image processing for the purpose of object detection. </a:t>
            </a:r>
            <a:r>
              <a:rPr lang="en-IN" dirty="0">
                <a:latin typeface="Times New Roman" panose="02020603050405020304" pitchFamily="18" charset="0"/>
                <a:cs typeface="Times New Roman" panose="02020603050405020304" pitchFamily="18" charset="0"/>
              </a:rPr>
              <a:t>The technique counts occurrences of gradient orientation in the localized portion of an image.</a:t>
            </a:r>
            <a:r>
              <a:rPr lang="en-IN" b="0" i="0" dirty="0">
                <a:solidFill>
                  <a:srgbClr val="292929"/>
                </a:solidFill>
                <a:effectLst/>
                <a:latin typeface="Times New Roman" panose="02020603050405020304" pitchFamily="18" charset="0"/>
                <a:cs typeface="Times New Roman" panose="02020603050405020304" pitchFamily="18" charset="0"/>
              </a:rPr>
              <a:t> It is better than any edge descriptor as it uses magnitude as well as angle of the gradient to compute the features.</a:t>
            </a:r>
            <a:endPar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68650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2" name="Title 1">
            <a:extLst>
              <a:ext uri="{FF2B5EF4-FFF2-40B4-BE49-F238E27FC236}">
                <a16:creationId xmlns:a16="http://schemas.microsoft.com/office/drawing/2014/main" id="{5255B787-EFA0-97AD-B3FF-6C7752D50AF5}"/>
              </a:ext>
            </a:extLst>
          </p:cNvPr>
          <p:cNvSpPr>
            <a:spLocks noGrp="1"/>
          </p:cNvSpPr>
          <p:nvPr>
            <p:ph type="title"/>
          </p:nvPr>
        </p:nvSpPr>
        <p:spPr/>
        <p:txBody>
          <a:bodyPr>
            <a:normAutofit/>
          </a:bodyPr>
          <a:lstStyle/>
          <a:p>
            <a:r>
              <a:rPr lang="en-IN" sz="4800" b="1" dirty="0">
                <a:latin typeface="Times New Roman" panose="02020603050405020304" pitchFamily="18" charset="0"/>
                <a:cs typeface="Times New Roman" panose="02020603050405020304" pitchFamily="18" charset="0"/>
              </a:rPr>
              <a:t>Proposed System Cont.</a:t>
            </a:r>
            <a:br>
              <a:rPr lang="en-IN" sz="4800" b="1" dirty="0">
                <a:latin typeface="Times New Roman" panose="02020603050405020304" pitchFamily="18" charset="0"/>
                <a:cs typeface="Times New Roman" panose="02020603050405020304" pitchFamily="18" charset="0"/>
              </a:rPr>
            </a:br>
            <a:r>
              <a:rPr lang="en-IN" sz="1100" b="1" dirty="0">
                <a:latin typeface="Times New Roman" panose="02020603050405020304" pitchFamily="18" charset="0"/>
                <a:cs typeface="Times New Roman" panose="02020603050405020304" pitchFamily="18" charset="0"/>
              </a:rPr>
              <a:t> </a:t>
            </a:r>
            <a:br>
              <a:rPr lang="en-IN" sz="4800" b="1"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How HOG Works</a:t>
            </a:r>
          </a:p>
        </p:txBody>
      </p:sp>
      <p:sp>
        <p:nvSpPr>
          <p:cNvPr id="3" name="Content Placeholder 2">
            <a:extLst>
              <a:ext uri="{FF2B5EF4-FFF2-40B4-BE49-F238E27FC236}">
                <a16:creationId xmlns:a16="http://schemas.microsoft.com/office/drawing/2014/main" id="{5F1E44B0-DBAF-C48C-8852-289BAF0367DB}"/>
              </a:ext>
            </a:extLst>
          </p:cNvPr>
          <p:cNvSpPr>
            <a:spLocks noGrp="1"/>
          </p:cNvSpPr>
          <p:nvPr>
            <p:ph sz="half" idx="1"/>
          </p:nvPr>
        </p:nvSpPr>
        <p:spPr>
          <a:xfrm>
            <a:off x="571500" y="2667000"/>
            <a:ext cx="4150529" cy="3408485"/>
          </a:xfrm>
        </p:spPr>
        <p:txBody>
          <a:bodyPr>
            <a:normAutofit/>
          </a:bodyPr>
          <a:lstStyle/>
          <a:p>
            <a:pPr>
              <a:buFont typeface="Wingdings" panose="05000000000000000000" pitchFamily="2" charset="2"/>
              <a:buChar char="Ø"/>
            </a:pPr>
            <a:r>
              <a:rPr lang="en-IN" sz="1600" b="0" i="0" dirty="0">
                <a:solidFill>
                  <a:srgbClr val="292929"/>
                </a:solidFill>
                <a:effectLst/>
                <a:latin typeface="Times New Roman" panose="02020603050405020304" pitchFamily="18" charset="0"/>
                <a:cs typeface="Times New Roman" panose="02020603050405020304" pitchFamily="18" charset="0"/>
              </a:rPr>
              <a:t>Take the input image you want to calculate HOG features of.</a:t>
            </a:r>
          </a:p>
          <a:p>
            <a:pPr>
              <a:buFont typeface="Wingdings" panose="05000000000000000000" pitchFamily="2" charset="2"/>
              <a:buChar char="Ø"/>
            </a:pPr>
            <a:r>
              <a:rPr lang="en-IN" sz="1600" b="0" i="0" dirty="0">
                <a:solidFill>
                  <a:srgbClr val="292929"/>
                </a:solidFill>
                <a:effectLst/>
                <a:latin typeface="Times New Roman" panose="02020603050405020304" pitchFamily="18" charset="0"/>
                <a:cs typeface="Times New Roman" panose="02020603050405020304" pitchFamily="18" charset="0"/>
              </a:rPr>
              <a:t>The gradient of the image is calculated. The gradient is obtained by combining magnitude and angle from the image. </a:t>
            </a:r>
          </a:p>
          <a:p>
            <a:pPr marL="457200" lvl="1" indent="0">
              <a:buNone/>
            </a:pPr>
            <a:r>
              <a:rPr lang="en-IN" b="0" i="0" dirty="0">
                <a:solidFill>
                  <a:srgbClr val="757575"/>
                </a:solidFill>
                <a:effectLst/>
                <a:latin typeface="Times New Roman" panose="02020603050405020304" pitchFamily="18" charset="0"/>
                <a:cs typeface="Times New Roman" panose="02020603050405020304" pitchFamily="18" charset="0"/>
              </a:rPr>
              <a:t>Figure 4 : Visualization of magnitude of the image. </a:t>
            </a:r>
          </a:p>
          <a:p>
            <a:pPr marL="457200" lvl="1" indent="0">
              <a:buNone/>
            </a:pPr>
            <a:r>
              <a:rPr lang="en-IN" b="0" i="0" dirty="0">
                <a:solidFill>
                  <a:srgbClr val="757575"/>
                </a:solidFill>
                <a:effectLst/>
                <a:latin typeface="Times New Roman" panose="02020603050405020304" pitchFamily="18" charset="0"/>
                <a:cs typeface="Times New Roman" panose="02020603050405020304" pitchFamily="18" charset="0"/>
              </a:rPr>
              <a:t>Figure 5 : Visualization of angle of the image.</a:t>
            </a:r>
            <a:endParaRPr lang="en-IN" dirty="0">
              <a:solidFill>
                <a:srgbClr val="292929"/>
              </a:solidFill>
              <a:latin typeface="Times New Roman" panose="02020603050405020304" pitchFamily="18" charset="0"/>
              <a:cs typeface="Times New Roman" panose="02020603050405020304" pitchFamily="18" charset="0"/>
            </a:endParaRPr>
          </a:p>
          <a:p>
            <a:pPr marL="457200" indent="-457200">
              <a:buFont typeface="+mj-lt"/>
              <a:buAutoNum type="arabicPeriod"/>
            </a:pPr>
            <a:endPar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026" name="Picture 2">
            <a:extLst>
              <a:ext uri="{FF2B5EF4-FFF2-40B4-BE49-F238E27FC236}">
                <a16:creationId xmlns:a16="http://schemas.microsoft.com/office/drawing/2014/main" id="{A3FB425D-6890-EA11-7FD2-149C99A76DE0}"/>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946650" y="2951026"/>
            <a:ext cx="3740150" cy="2778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1194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2" name="Title 1">
            <a:extLst>
              <a:ext uri="{FF2B5EF4-FFF2-40B4-BE49-F238E27FC236}">
                <a16:creationId xmlns:a16="http://schemas.microsoft.com/office/drawing/2014/main" id="{5255B787-EFA0-97AD-B3FF-6C7752D50AF5}"/>
              </a:ext>
            </a:extLst>
          </p:cNvPr>
          <p:cNvSpPr>
            <a:spLocks noGrp="1"/>
          </p:cNvSpPr>
          <p:nvPr>
            <p:ph type="title"/>
          </p:nvPr>
        </p:nvSpPr>
        <p:spPr/>
        <p:txBody>
          <a:bodyPr>
            <a:normAutofit/>
          </a:bodyPr>
          <a:lstStyle/>
          <a:p>
            <a:r>
              <a:rPr lang="en-IN" sz="4800" b="1" dirty="0">
                <a:latin typeface="Times New Roman" panose="02020603050405020304" pitchFamily="18" charset="0"/>
                <a:cs typeface="Times New Roman" panose="02020603050405020304" pitchFamily="18" charset="0"/>
              </a:rPr>
              <a:t>Proposed System Cont.</a:t>
            </a:r>
            <a:br>
              <a:rPr lang="en-IN" sz="4800" b="1" dirty="0">
                <a:latin typeface="Times New Roman" panose="02020603050405020304" pitchFamily="18" charset="0"/>
                <a:cs typeface="Times New Roman" panose="02020603050405020304" pitchFamily="18" charset="0"/>
              </a:rPr>
            </a:br>
            <a:r>
              <a:rPr lang="en-IN" sz="1100" b="1" dirty="0">
                <a:latin typeface="Times New Roman" panose="02020603050405020304" pitchFamily="18" charset="0"/>
                <a:cs typeface="Times New Roman" panose="02020603050405020304" pitchFamily="18" charset="0"/>
              </a:rPr>
              <a:t> </a:t>
            </a:r>
            <a:br>
              <a:rPr lang="en-IN" sz="4800" b="1"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How HOG Works cont.</a:t>
            </a:r>
          </a:p>
        </p:txBody>
      </p:sp>
      <p:sp>
        <p:nvSpPr>
          <p:cNvPr id="3" name="Content Placeholder 2">
            <a:extLst>
              <a:ext uri="{FF2B5EF4-FFF2-40B4-BE49-F238E27FC236}">
                <a16:creationId xmlns:a16="http://schemas.microsoft.com/office/drawing/2014/main" id="{5F1E44B0-DBAF-C48C-8852-289BAF0367DB}"/>
              </a:ext>
            </a:extLst>
          </p:cNvPr>
          <p:cNvSpPr>
            <a:spLocks noGrp="1"/>
          </p:cNvSpPr>
          <p:nvPr>
            <p:ph sz="half" idx="1"/>
          </p:nvPr>
        </p:nvSpPr>
        <p:spPr>
          <a:xfrm>
            <a:off x="571500" y="2438401"/>
            <a:ext cx="4150529" cy="3733798"/>
          </a:xfrm>
        </p:spPr>
        <p:txBody>
          <a:bodyPr>
            <a:normAutofit/>
          </a:bodyPr>
          <a:lstStyle/>
          <a:p>
            <a:pPr>
              <a:buFont typeface="Wingdings" panose="05000000000000000000" pitchFamily="2" charset="2"/>
              <a:buChar char="Ø"/>
            </a:pPr>
            <a:r>
              <a:rPr lang="en-IN" sz="2000" b="0" i="0" dirty="0">
                <a:solidFill>
                  <a:srgbClr val="292929"/>
                </a:solidFill>
                <a:effectLst/>
                <a:latin typeface="Times New Roman" panose="02020603050405020304" pitchFamily="18" charset="0"/>
                <a:cs typeface="Times New Roman" panose="02020603050405020304" pitchFamily="18" charset="0"/>
              </a:rPr>
              <a:t>After obtaining the gradient of each pixel, the gradient matrices are divided into 8x8 cells to form a block. (Figure 6 &amp; 7)</a:t>
            </a:r>
          </a:p>
          <a:p>
            <a:pPr>
              <a:buFont typeface="Wingdings" panose="05000000000000000000" pitchFamily="2" charset="2"/>
              <a:buChar char="Ø"/>
            </a:pPr>
            <a:r>
              <a:rPr lang="en-IN" sz="2000" b="0" i="0" dirty="0">
                <a:solidFill>
                  <a:srgbClr val="292929"/>
                </a:solidFill>
                <a:effectLst/>
                <a:latin typeface="Times New Roman" panose="02020603050405020304" pitchFamily="18" charset="0"/>
                <a:cs typeface="Times New Roman" panose="02020603050405020304" pitchFamily="18" charset="0"/>
              </a:rPr>
              <a:t>HOG features of the selected image are obtained. (Last Figure)</a:t>
            </a:r>
            <a:endParaRPr lang="en-IN" sz="2000" dirty="0">
              <a:solidFill>
                <a:srgbClr val="292929"/>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2052" name="Picture 4">
            <a:extLst>
              <a:ext uri="{FF2B5EF4-FFF2-40B4-BE49-F238E27FC236}">
                <a16:creationId xmlns:a16="http://schemas.microsoft.com/office/drawing/2014/main" id="{B836FF77-0309-57DC-74BA-37828D0D29A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665857" y="2374002"/>
            <a:ext cx="2808165" cy="249099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8">
            <a:extLst>
              <a:ext uri="{FF2B5EF4-FFF2-40B4-BE49-F238E27FC236}">
                <a16:creationId xmlns:a16="http://schemas.microsoft.com/office/drawing/2014/main" id="{7345F63F-EEF1-608F-7814-EEEC56D60C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4022" y="2541915"/>
            <a:ext cx="1556239" cy="2219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8373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2" name="Title 1">
            <a:extLst>
              <a:ext uri="{FF2B5EF4-FFF2-40B4-BE49-F238E27FC236}">
                <a16:creationId xmlns:a16="http://schemas.microsoft.com/office/drawing/2014/main" id="{5255B787-EFA0-97AD-B3FF-6C7752D50AF5}"/>
              </a:ext>
            </a:extLst>
          </p:cNvPr>
          <p:cNvSpPr>
            <a:spLocks noGrp="1"/>
          </p:cNvSpPr>
          <p:nvPr>
            <p:ph type="title"/>
          </p:nvPr>
        </p:nvSpPr>
        <p:spPr>
          <a:xfrm>
            <a:off x="982133" y="457201"/>
            <a:ext cx="7704667" cy="1371599"/>
          </a:xfrm>
        </p:spPr>
        <p:txBody>
          <a:bodyPr>
            <a:normAutofit fontScale="90000"/>
          </a:bodyPr>
          <a:lstStyle/>
          <a:p>
            <a:r>
              <a:rPr lang="en-IN" sz="4800" b="1" dirty="0">
                <a:latin typeface="Times New Roman" panose="02020603050405020304" pitchFamily="18" charset="0"/>
                <a:cs typeface="Times New Roman" panose="02020603050405020304" pitchFamily="18" charset="0"/>
              </a:rPr>
              <a:t>Proposed System Cont.</a:t>
            </a:r>
            <a:br>
              <a:rPr lang="en-IN" sz="4800" b="1" dirty="0">
                <a:latin typeface="Times New Roman" panose="02020603050405020304" pitchFamily="18" charset="0"/>
                <a:cs typeface="Times New Roman" panose="02020603050405020304" pitchFamily="18" charset="0"/>
              </a:rPr>
            </a:br>
            <a:r>
              <a:rPr lang="en-IN" sz="1100" b="1" dirty="0">
                <a:latin typeface="Times New Roman" panose="02020603050405020304" pitchFamily="18" charset="0"/>
                <a:cs typeface="Times New Roman" panose="02020603050405020304" pitchFamily="18" charset="0"/>
              </a:rPr>
              <a:t> </a:t>
            </a:r>
            <a:br>
              <a:rPr lang="en-IN" sz="4800" b="1"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Error Correction Output Coding (ECOC)</a:t>
            </a:r>
          </a:p>
        </p:txBody>
      </p:sp>
      <p:sp>
        <p:nvSpPr>
          <p:cNvPr id="3" name="Content Placeholder 2">
            <a:extLst>
              <a:ext uri="{FF2B5EF4-FFF2-40B4-BE49-F238E27FC236}">
                <a16:creationId xmlns:a16="http://schemas.microsoft.com/office/drawing/2014/main" id="{5F1E44B0-DBAF-C48C-8852-289BAF0367DB}"/>
              </a:ext>
            </a:extLst>
          </p:cNvPr>
          <p:cNvSpPr>
            <a:spLocks noGrp="1"/>
          </p:cNvSpPr>
          <p:nvPr>
            <p:ph idx="1"/>
          </p:nvPr>
        </p:nvSpPr>
        <p:spPr/>
        <p:txBody>
          <a:bodyPr>
            <a:normAutofit/>
          </a:bodyPr>
          <a:lstStyle/>
          <a:p>
            <a:pPr marL="635" marR="417195" indent="0">
              <a:lnSpc>
                <a:spcPct val="107000"/>
              </a:lnSpc>
              <a:spcAft>
                <a:spcPts val="0"/>
              </a:spcAft>
              <a:buNone/>
            </a:pPr>
            <a:r>
              <a:rPr lang="en-IN" sz="1800" b="0" i="0" u="none" strike="noStrike" baseline="0" dirty="0">
                <a:latin typeface="Times New Roman" panose="02020603050405020304" pitchFamily="18" charset="0"/>
                <a:cs typeface="Times New Roman" panose="02020603050405020304" pitchFamily="18" charset="0"/>
              </a:rPr>
              <a:t>Error-Correcting Output Coding (ECOC) is an ensemble method designed for multi-class classification problem. In multi-class classification problem, the task is the decision of one label from k &gt; 2 possible choices. </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r>
              <a:rPr lang="en-IN" sz="1800" spc="12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exampl</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800" spc="12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800" spc="13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dig</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800" spc="13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ognit</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on</a:t>
            </a:r>
            <a:r>
              <a:rPr lang="en-IN" sz="1800" spc="12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ask,</a:t>
            </a:r>
            <a:r>
              <a:rPr lang="en-IN" sz="1800" spc="12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we</a:t>
            </a:r>
            <a:r>
              <a:rPr lang="en-IN" sz="1800" spc="12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ed</a:t>
            </a:r>
            <a:r>
              <a:rPr lang="en-IN" sz="1800" spc="12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 map</a:t>
            </a:r>
            <a:r>
              <a:rPr lang="en-IN" sz="1800" spc="-8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each</a:t>
            </a:r>
            <a:r>
              <a:rPr lang="en-IN" sz="1800" spc="-8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hand</a:t>
            </a:r>
            <a:r>
              <a:rPr lang="en-IN" sz="1800" spc="-8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tt</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a:t>
            </a:r>
            <a:r>
              <a:rPr lang="en-IN" sz="1800" spc="-8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digit</a:t>
            </a:r>
            <a:r>
              <a:rPr lang="en-IN" sz="1800" spc="-8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a:t>
            </a:r>
            <a:r>
              <a:rPr lang="en-IN" sz="1800" spc="-8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one</a:t>
            </a:r>
            <a:r>
              <a:rPr lang="en-IN" sz="1800" spc="-8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of</a:t>
            </a:r>
            <a:r>
              <a:rPr lang="en-IN" sz="1800" spc="-9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2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800" spc="-8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r>
              <a:rPr lang="en-IN" sz="1800" spc="2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cl</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sses.</a:t>
            </a:r>
            <a:r>
              <a:rPr lang="en-IN" sz="1800" spc="-8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ome</a:t>
            </a:r>
            <a:r>
              <a:rPr lang="en-IN" sz="1800" spc="-8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algori</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hms, such</a:t>
            </a:r>
            <a:r>
              <a:rPr lang="en-IN" sz="1800" spc="17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as</a:t>
            </a:r>
            <a:r>
              <a:rPr lang="en-IN" sz="1800" spc="17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cis</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on</a:t>
            </a:r>
            <a:r>
              <a:rPr lang="en-IN" sz="1800" spc="17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800" spc="18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ve</a:t>
            </a:r>
            <a:r>
              <a:rPr lang="en-IN" sz="1800" spc="17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yes</a:t>
            </a:r>
            <a:r>
              <a:rPr lang="en-IN" sz="1800" spc="17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nd</a:t>
            </a:r>
            <a:r>
              <a:rPr lang="en-IN" sz="1800" spc="17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neural</a:t>
            </a:r>
            <a:r>
              <a:rPr lang="en-IN" sz="1800" spc="17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netw</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rk,</a:t>
            </a:r>
            <a:r>
              <a:rPr lang="en-IN" sz="1800" spc="17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can</a:t>
            </a:r>
            <a:r>
              <a:rPr lang="en-IN" sz="1800" spc="18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hand</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 multi</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class</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prob</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em</a:t>
            </a:r>
            <a:r>
              <a:rPr lang="en-IN" sz="1800" spc="-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dire</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tly.</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ECOC</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is a</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thod</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hich</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bi</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nes</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many</a:t>
            </a:r>
            <a:r>
              <a:rPr lang="en-IN" sz="1800" spc="19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ry</a:t>
            </a:r>
            <a:r>
              <a:rPr lang="en-IN" sz="1800" spc="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class</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iers</a:t>
            </a:r>
            <a:r>
              <a:rPr lang="en-IN" sz="1800" spc="19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800" spc="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er</a:t>
            </a:r>
            <a:r>
              <a:rPr lang="en-IN" sz="1800" spc="20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a:t>
            </a:r>
            <a:r>
              <a:rPr lang="en-IN" sz="1800" spc="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olve</a:t>
            </a:r>
            <a:r>
              <a:rPr lang="en-IN" sz="1800" spc="19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he</a:t>
            </a:r>
            <a:r>
              <a:rPr lang="en-IN" sz="1800" spc="2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mul</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iclass</a:t>
            </a:r>
            <a:r>
              <a:rPr lang="en-IN" sz="1800" spc="19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probl</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I</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 uses the SVM</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(Su</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port Ve</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Mach</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ne)</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bin</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classi</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ie</a:t>
            </a:r>
            <a:r>
              <a:rPr lang="en-IN" sz="1800" spc="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96382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2" name="Title 1">
            <a:extLst>
              <a:ext uri="{FF2B5EF4-FFF2-40B4-BE49-F238E27FC236}">
                <a16:creationId xmlns:a16="http://schemas.microsoft.com/office/drawing/2014/main" id="{5255B787-EFA0-97AD-B3FF-6C7752D50AF5}"/>
              </a:ext>
            </a:extLst>
          </p:cNvPr>
          <p:cNvSpPr>
            <a:spLocks noGrp="1"/>
          </p:cNvSpPr>
          <p:nvPr>
            <p:ph type="title"/>
          </p:nvPr>
        </p:nvSpPr>
        <p:spPr>
          <a:xfrm>
            <a:off x="982133" y="457201"/>
            <a:ext cx="7704667" cy="1362807"/>
          </a:xfrm>
        </p:spPr>
        <p:txBody>
          <a:bodyPr>
            <a:normAutofit fontScale="90000"/>
          </a:bodyPr>
          <a:lstStyle/>
          <a:p>
            <a:r>
              <a:rPr lang="en-IN" sz="4800" b="1" dirty="0">
                <a:latin typeface="Times New Roman" panose="02020603050405020304" pitchFamily="18" charset="0"/>
                <a:cs typeface="Times New Roman" panose="02020603050405020304" pitchFamily="18" charset="0"/>
              </a:rPr>
              <a:t>Proposed System Cont.</a:t>
            </a:r>
            <a:br>
              <a:rPr lang="en-IN" sz="4800" b="1" dirty="0">
                <a:latin typeface="Times New Roman" panose="02020603050405020304" pitchFamily="18" charset="0"/>
                <a:cs typeface="Times New Roman" panose="02020603050405020304" pitchFamily="18" charset="0"/>
              </a:rPr>
            </a:br>
            <a:r>
              <a:rPr lang="en-IN" sz="1100" b="1" dirty="0">
                <a:latin typeface="Times New Roman" panose="02020603050405020304" pitchFamily="18" charset="0"/>
                <a:cs typeface="Times New Roman" panose="02020603050405020304" pitchFamily="18" charset="0"/>
              </a:rPr>
              <a:t> </a:t>
            </a:r>
            <a:br>
              <a:rPr lang="en-IN" sz="4800" b="1"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ECOC cont.</a:t>
            </a:r>
          </a:p>
        </p:txBody>
      </p:sp>
      <p:sp>
        <p:nvSpPr>
          <p:cNvPr id="3" name="Content Placeholder 2">
            <a:extLst>
              <a:ext uri="{FF2B5EF4-FFF2-40B4-BE49-F238E27FC236}">
                <a16:creationId xmlns:a16="http://schemas.microsoft.com/office/drawing/2014/main" id="{5F1E44B0-DBAF-C48C-8852-289BAF0367DB}"/>
              </a:ext>
            </a:extLst>
          </p:cNvPr>
          <p:cNvSpPr>
            <a:spLocks noGrp="1"/>
          </p:cNvSpPr>
          <p:nvPr>
            <p:ph idx="1"/>
          </p:nvPr>
        </p:nvSpPr>
        <p:spPr/>
        <p:txBody>
          <a:bodyPr>
            <a:normAutofit/>
          </a:bodyPr>
          <a:lstStyle/>
          <a:p>
            <a:pPr marL="635" marR="417195" indent="0">
              <a:lnSpc>
                <a:spcPct val="107000"/>
              </a:lnSpc>
              <a:spcAft>
                <a:spcPts val="0"/>
              </a:spcAft>
              <a:buNone/>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800" spc="2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machine</a:t>
            </a:r>
            <a:r>
              <a:rPr lang="en-IN" sz="1800" spc="20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earning,</a:t>
            </a:r>
            <a:r>
              <a:rPr lang="en-IN" sz="1800" spc="2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215"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SVM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are</a:t>
            </a:r>
            <a:r>
              <a:rPr lang="en-IN" sz="1800" spc="35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su</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ervised</a:t>
            </a:r>
            <a:r>
              <a:rPr lang="en-IN" sz="1800" spc="3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arning</a:t>
            </a:r>
            <a:r>
              <a:rPr lang="en-IN" sz="1800" spc="35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mod</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ls</a:t>
            </a:r>
            <a:r>
              <a:rPr lang="en-IN" sz="1800" spc="37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wi</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IN" sz="1800" spc="35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associa</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800" spc="4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 learning</a:t>
            </a:r>
            <a:r>
              <a:rPr lang="en-IN" sz="1800" spc="17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gori</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hms</a:t>
            </a:r>
            <a:r>
              <a:rPr lang="en-IN" sz="1800" spc="15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800" spc="1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alyse</a:t>
            </a:r>
            <a:r>
              <a:rPr lang="en-IN" sz="1800" spc="1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data</a:t>
            </a:r>
            <a:r>
              <a:rPr lang="en-IN" sz="1800" spc="1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and</a:t>
            </a:r>
            <a:r>
              <a:rPr lang="en-IN" sz="1800" spc="1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recogni</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z</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800" spc="16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erns,</a:t>
            </a:r>
            <a:r>
              <a:rPr lang="en-IN" sz="1800" spc="16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used for</a:t>
            </a:r>
            <a:r>
              <a:rPr lang="en-IN" sz="1800" spc="39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cl</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ssif</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cat</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on</a:t>
            </a:r>
            <a:r>
              <a:rPr lang="en-IN" sz="1800" spc="40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and</a:t>
            </a:r>
            <a:r>
              <a:rPr lang="en-IN" sz="1800" spc="40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regression</a:t>
            </a:r>
            <a:r>
              <a:rPr lang="en-IN" sz="1800" spc="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ysis.</a:t>
            </a:r>
          </a:p>
          <a:p>
            <a:pPr marL="635" marR="417195" indent="0">
              <a:lnSpc>
                <a:spcPct val="107000"/>
              </a:lnSpc>
              <a:spcAft>
                <a:spcPts val="0"/>
              </a:spcAft>
              <a:buNone/>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a:t>
            </a:r>
            <a:r>
              <a:rPr lang="en-IN" sz="1800" spc="-7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SVM</a:t>
            </a:r>
            <a:r>
              <a:rPr lang="en-IN" sz="1800" spc="-8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mod</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
            </a:r>
            <a:r>
              <a:rPr lang="en-IN" sz="1800" spc="-7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is</a:t>
            </a:r>
            <a:r>
              <a:rPr lang="en-IN" sz="1800" spc="-7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800" spc="-7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ep</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ti</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on</a:t>
            </a:r>
            <a:r>
              <a:rPr lang="en-IN" sz="1800" spc="-7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of</a:t>
            </a:r>
            <a:r>
              <a:rPr lang="en-IN" sz="1800" spc="-8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a:t>
            </a:r>
            <a:r>
              <a:rPr lang="en-IN" sz="1800" spc="-7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examples</a:t>
            </a:r>
            <a:r>
              <a:rPr lang="en-IN" sz="1800" spc="-7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as</a:t>
            </a:r>
            <a:r>
              <a:rPr lang="en-IN" sz="1800" spc="-7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points in</a:t>
            </a:r>
            <a:r>
              <a:rPr lang="en-IN" sz="1800" spc="-4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spac</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800" spc="-4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mapped</a:t>
            </a:r>
            <a:r>
              <a:rPr lang="en-IN" sz="1800" spc="-3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800" spc="-5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that</a:t>
            </a:r>
            <a:r>
              <a:rPr lang="en-IN" sz="1800" spc="-4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a:t>
            </a:r>
            <a:r>
              <a:rPr lang="en-IN" sz="1800" spc="-5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exampl</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800" spc="-4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of</a:t>
            </a:r>
            <a:r>
              <a:rPr lang="en-IN" sz="1800" spc="-4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a:t>
            </a:r>
            <a:r>
              <a:rPr lang="en-IN" sz="1800" spc="-5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separate</a:t>
            </a:r>
            <a:r>
              <a:rPr lang="en-IN" sz="1800" spc="-4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a:t>
            </a:r>
            <a:r>
              <a:rPr lang="en-IN" sz="18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egories</a:t>
            </a:r>
            <a:r>
              <a:rPr lang="en-IN" sz="1800" spc="-5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are divi</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ed</a:t>
            </a:r>
            <a:r>
              <a:rPr lang="en-IN" sz="1800" spc="5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by</a:t>
            </a:r>
            <a:r>
              <a:rPr lang="en-IN" sz="1800" spc="5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800" spc="6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clear</a:t>
            </a:r>
            <a:r>
              <a:rPr lang="en-IN" sz="1800" spc="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
            </a:r>
            <a:r>
              <a:rPr lang="en-IN" sz="1800" spc="5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hat</a:t>
            </a:r>
            <a:r>
              <a:rPr lang="en-IN" sz="1800" spc="5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is</a:t>
            </a:r>
            <a:r>
              <a:rPr lang="en-IN" sz="1800" spc="8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as</a:t>
            </a:r>
            <a:r>
              <a:rPr lang="en-IN" sz="1800" spc="6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wi</a:t>
            </a:r>
            <a:r>
              <a:rPr lang="en-IN" sz="18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800" spc="5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as</a:t>
            </a:r>
            <a:r>
              <a:rPr lang="en-IN" sz="1800" spc="5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possible.</a:t>
            </a:r>
          </a:p>
          <a:p>
            <a:pPr marL="635" marR="417195" indent="0">
              <a:lnSpc>
                <a:spcPct val="107000"/>
              </a:lnSpc>
              <a:spcAft>
                <a:spcPts val="0"/>
              </a:spcAft>
              <a:buNone/>
            </a:pPr>
            <a:r>
              <a:rPr lang="en-IN" sz="18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It is basically used for Face recognition classifier.</a:t>
            </a:r>
            <a:endParaRPr lang="en-IN" sz="18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52589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2" name="Title 1">
            <a:extLst>
              <a:ext uri="{FF2B5EF4-FFF2-40B4-BE49-F238E27FC236}">
                <a16:creationId xmlns:a16="http://schemas.microsoft.com/office/drawing/2014/main" id="{4B43CDBC-1A1F-4B6D-9977-C8087FAB4F1B}"/>
              </a:ext>
            </a:extLst>
          </p:cNvPr>
          <p:cNvSpPr>
            <a:spLocks noGrp="1"/>
          </p:cNvSpPr>
          <p:nvPr>
            <p:ph type="title"/>
          </p:nvPr>
        </p:nvSpPr>
        <p:spPr>
          <a:xfrm>
            <a:off x="982133" y="457202"/>
            <a:ext cx="7704667" cy="817684"/>
          </a:xfrm>
        </p:spPr>
        <p:txBody>
          <a:bodyPr>
            <a:normAutofit fontScale="90000"/>
          </a:bodyPr>
          <a:lstStyle/>
          <a:p>
            <a:r>
              <a:rPr lang="en-IN" b="1" dirty="0">
                <a:latin typeface="Times New Roman" panose="02020603050405020304" pitchFamily="18" charset="0"/>
                <a:cs typeface="Times New Roman" panose="02020603050405020304" pitchFamily="18" charset="0"/>
              </a:rPr>
              <a:t>Characteristics of proposed system</a:t>
            </a:r>
          </a:p>
        </p:txBody>
      </p:sp>
      <p:sp>
        <p:nvSpPr>
          <p:cNvPr id="3" name="Content Placeholder 2">
            <a:extLst>
              <a:ext uri="{FF2B5EF4-FFF2-40B4-BE49-F238E27FC236}">
                <a16:creationId xmlns:a16="http://schemas.microsoft.com/office/drawing/2014/main" id="{0B8C94D9-9D76-EE98-1EC7-ECCD2E977054}"/>
              </a:ext>
            </a:extLst>
          </p:cNvPr>
          <p:cNvSpPr>
            <a:spLocks noGrp="1"/>
          </p:cNvSpPr>
          <p:nvPr>
            <p:ph idx="1"/>
          </p:nvPr>
        </p:nvSpPr>
        <p:spPr>
          <a:xfrm>
            <a:off x="1043679" y="1989992"/>
            <a:ext cx="7704667" cy="3332816"/>
          </a:xfrm>
        </p:spPr>
        <p:txBody>
          <a:bodyPr/>
          <a:lstStyle/>
          <a:p>
            <a:pPr>
              <a:buFont typeface="Courier New" panose="02070309020205020404" pitchFamily="49" charset="0"/>
              <a:buChar char="o"/>
            </a:pPr>
            <a:r>
              <a:rPr lang="en-IN" dirty="0"/>
              <a:t>Automation</a:t>
            </a:r>
          </a:p>
          <a:p>
            <a:pPr>
              <a:buFont typeface="Courier New" panose="02070309020205020404" pitchFamily="49" charset="0"/>
              <a:buChar char="o"/>
            </a:pPr>
            <a:r>
              <a:rPr lang="en-IN" dirty="0"/>
              <a:t>Reports are generated easily</a:t>
            </a:r>
          </a:p>
          <a:p>
            <a:pPr>
              <a:buFont typeface="Courier New" panose="02070309020205020404" pitchFamily="49" charset="0"/>
              <a:buChar char="o"/>
            </a:pPr>
            <a:r>
              <a:rPr lang="en-IN" dirty="0"/>
              <a:t>Fast and time efficient</a:t>
            </a:r>
          </a:p>
          <a:p>
            <a:pPr>
              <a:buFont typeface="Courier New" panose="02070309020205020404" pitchFamily="49" charset="0"/>
              <a:buChar char="o"/>
            </a:pPr>
            <a:r>
              <a:rPr lang="en-IN" dirty="0"/>
              <a:t>Less work done by faculty</a:t>
            </a:r>
          </a:p>
          <a:p>
            <a:pPr>
              <a:buFont typeface="Courier New" panose="02070309020205020404" pitchFamily="49" charset="0"/>
              <a:buChar char="o"/>
            </a:pPr>
            <a:r>
              <a:rPr lang="en-IN" dirty="0"/>
              <a:t>Broad access network</a:t>
            </a:r>
          </a:p>
          <a:p>
            <a:pPr>
              <a:buFont typeface="Courier New" panose="02070309020205020404" pitchFamily="49" charset="0"/>
              <a:buChar char="o"/>
            </a:pPr>
            <a:r>
              <a:rPr lang="en-IN" dirty="0"/>
              <a:t>Virtual technology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2" name="Title 1">
            <a:extLst>
              <a:ext uri="{FF2B5EF4-FFF2-40B4-BE49-F238E27FC236}">
                <a16:creationId xmlns:a16="http://schemas.microsoft.com/office/drawing/2014/main" id="{4B43CDBC-1A1F-4B6D-9977-C8087FAB4F1B}"/>
              </a:ext>
            </a:extLst>
          </p:cNvPr>
          <p:cNvSpPr>
            <a:spLocks noGrp="1"/>
          </p:cNvSpPr>
          <p:nvPr>
            <p:ph type="title"/>
          </p:nvPr>
        </p:nvSpPr>
        <p:spPr>
          <a:xfrm>
            <a:off x="982133" y="457201"/>
            <a:ext cx="7704667" cy="756137"/>
          </a:xfrm>
        </p:spPr>
        <p:txBody>
          <a:bodyPr>
            <a:normAutofit/>
          </a:bodyPr>
          <a:lstStyle/>
          <a:p>
            <a:r>
              <a:rPr lang="en-IN" b="1" dirty="0">
                <a:latin typeface="Times New Roman" panose="02020603050405020304" pitchFamily="18" charset="0"/>
                <a:cs typeface="Times New Roman" panose="02020603050405020304" pitchFamily="18" charset="0"/>
              </a:rPr>
              <a:t>Requirements</a:t>
            </a:r>
          </a:p>
        </p:txBody>
      </p:sp>
      <p:sp>
        <p:nvSpPr>
          <p:cNvPr id="5" name="Text Placeholder 4">
            <a:extLst>
              <a:ext uri="{FF2B5EF4-FFF2-40B4-BE49-F238E27FC236}">
                <a16:creationId xmlns:a16="http://schemas.microsoft.com/office/drawing/2014/main" id="{094CC9E6-ABD0-8468-0510-8975BEEEFCB5}"/>
              </a:ext>
            </a:extLst>
          </p:cNvPr>
          <p:cNvSpPr>
            <a:spLocks noGrp="1"/>
          </p:cNvSpPr>
          <p:nvPr>
            <p:ph type="body" idx="1"/>
          </p:nvPr>
        </p:nvSpPr>
        <p:spPr/>
        <p:txBody>
          <a:bodyPr/>
          <a:lstStyle/>
          <a:p>
            <a:r>
              <a:rPr lang="en-IN" dirty="0"/>
              <a:t>Software</a:t>
            </a:r>
          </a:p>
        </p:txBody>
      </p:sp>
      <p:sp>
        <p:nvSpPr>
          <p:cNvPr id="3" name="Content Placeholder 2">
            <a:extLst>
              <a:ext uri="{FF2B5EF4-FFF2-40B4-BE49-F238E27FC236}">
                <a16:creationId xmlns:a16="http://schemas.microsoft.com/office/drawing/2014/main" id="{0B8C94D9-9D76-EE98-1EC7-ECCD2E977054}"/>
              </a:ext>
            </a:extLst>
          </p:cNvPr>
          <p:cNvSpPr>
            <a:spLocks noGrp="1"/>
          </p:cNvSpPr>
          <p:nvPr>
            <p:ph sz="half" idx="2"/>
          </p:nvPr>
        </p:nvSpPr>
        <p:spPr/>
        <p:txBody>
          <a:bodyPr/>
          <a:lstStyle/>
          <a:p>
            <a:r>
              <a:rPr lang="en-IN" sz="1800" dirty="0">
                <a:solidFill>
                  <a:srgbClr val="000000"/>
                </a:solidFill>
                <a:effectLst/>
                <a:latin typeface="Calibri" panose="020F0502020204030204" pitchFamily="34" charset="0"/>
                <a:ea typeface="Calibri" panose="020F0502020204030204" pitchFamily="34" charset="0"/>
              </a:rPr>
              <a:t>Ope</a:t>
            </a:r>
            <a:r>
              <a:rPr lang="en-IN" sz="1800" spc="-5" dirty="0">
                <a:solidFill>
                  <a:srgbClr val="000000"/>
                </a:solidFill>
                <a:effectLst/>
                <a:latin typeface="Calibri" panose="020F0502020204030204" pitchFamily="34" charset="0"/>
                <a:ea typeface="Calibri" panose="020F0502020204030204" pitchFamily="34" charset="0"/>
              </a:rPr>
              <a:t>r</a:t>
            </a:r>
            <a:r>
              <a:rPr lang="en-IN" sz="1800" dirty="0">
                <a:solidFill>
                  <a:srgbClr val="000000"/>
                </a:solidFill>
                <a:effectLst/>
                <a:latin typeface="Calibri" panose="020F0502020204030204" pitchFamily="34" charset="0"/>
                <a:ea typeface="Calibri" panose="020F0502020204030204" pitchFamily="34" charset="0"/>
              </a:rPr>
              <a:t>ating Syst</a:t>
            </a:r>
            <a:r>
              <a:rPr lang="en-IN" sz="1800" spc="5" dirty="0">
                <a:solidFill>
                  <a:srgbClr val="000000"/>
                </a:solidFill>
                <a:effectLst/>
                <a:latin typeface="Calibri" panose="020F0502020204030204" pitchFamily="34" charset="0"/>
                <a:ea typeface="Calibri" panose="020F0502020204030204" pitchFamily="34" charset="0"/>
              </a:rPr>
              <a:t>e</a:t>
            </a:r>
            <a:r>
              <a:rPr lang="en-IN" sz="1800" dirty="0">
                <a:solidFill>
                  <a:srgbClr val="000000"/>
                </a:solidFill>
                <a:effectLst/>
                <a:latin typeface="Calibri" panose="020F0502020204030204" pitchFamily="34" charset="0"/>
                <a:ea typeface="Calibri" panose="020F0502020204030204" pitchFamily="34" charset="0"/>
              </a:rPr>
              <a:t>m</a:t>
            </a:r>
            <a:r>
              <a:rPr lang="en-IN" sz="1800" spc="1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Windows XP</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or</a:t>
            </a:r>
            <a:r>
              <a:rPr lang="en-IN" sz="1800" spc="5" dirty="0">
                <a:solidFill>
                  <a:srgbClr val="000000"/>
                </a:solidFill>
                <a:effectLst/>
                <a:latin typeface="Calibri" panose="020F0502020204030204" pitchFamily="34" charset="0"/>
                <a:ea typeface="Calibri" panose="020F0502020204030204" pitchFamily="34" charset="0"/>
              </a:rPr>
              <a:t> </a:t>
            </a:r>
            <a:r>
              <a:rPr lang="en-IN" sz="1800" spc="10" dirty="0">
                <a:solidFill>
                  <a:srgbClr val="000000"/>
                </a:solidFill>
                <a:effectLst/>
                <a:latin typeface="Calibri" panose="020F0502020204030204" pitchFamily="34" charset="0"/>
                <a:ea typeface="Calibri" panose="020F0502020204030204" pitchFamily="34" charset="0"/>
              </a:rPr>
              <a:t>h</a:t>
            </a:r>
            <a:r>
              <a:rPr lang="en-IN" sz="1800" dirty="0">
                <a:solidFill>
                  <a:srgbClr val="000000"/>
                </a:solidFill>
                <a:effectLst/>
                <a:latin typeface="Calibri" panose="020F0502020204030204" pitchFamily="34" charset="0"/>
                <a:ea typeface="Calibri" panose="020F0502020204030204" pitchFamily="34" charset="0"/>
              </a:rPr>
              <a:t>ig</a:t>
            </a:r>
            <a:r>
              <a:rPr lang="en-IN" sz="1800" spc="5" dirty="0">
                <a:solidFill>
                  <a:srgbClr val="000000"/>
                </a:solidFill>
                <a:effectLst/>
                <a:latin typeface="Calibri" panose="020F0502020204030204" pitchFamily="34" charset="0"/>
                <a:ea typeface="Calibri" panose="020F0502020204030204" pitchFamily="34" charset="0"/>
              </a:rPr>
              <a:t>h</a:t>
            </a:r>
            <a:r>
              <a:rPr lang="en-IN" sz="1800" dirty="0">
                <a:solidFill>
                  <a:srgbClr val="000000"/>
                </a:solidFill>
                <a:effectLst/>
                <a:latin typeface="Calibri" panose="020F0502020204030204" pitchFamily="34" charset="0"/>
                <a:ea typeface="Calibri" panose="020F0502020204030204" pitchFamily="34" charset="0"/>
              </a:rPr>
              <a:t>er</a:t>
            </a:r>
          </a:p>
          <a:p>
            <a:r>
              <a:rPr lang="en-IN" sz="1800" dirty="0">
                <a:solidFill>
                  <a:srgbClr val="000000"/>
                </a:solidFill>
                <a:effectLst/>
                <a:latin typeface="Calibri" panose="020F0502020204030204" pitchFamily="34" charset="0"/>
                <a:ea typeface="Calibri" panose="020F0502020204030204" pitchFamily="34" charset="0"/>
              </a:rPr>
              <a:t>Programming l</a:t>
            </a:r>
            <a:r>
              <a:rPr lang="en-IN" sz="1800" spc="5" dirty="0">
                <a:solidFill>
                  <a:srgbClr val="000000"/>
                </a:solidFill>
                <a:effectLst/>
                <a:latin typeface="Calibri" panose="020F0502020204030204" pitchFamily="34" charset="0"/>
                <a:ea typeface="Calibri" panose="020F0502020204030204" pitchFamily="34" charset="0"/>
              </a:rPr>
              <a:t>a</a:t>
            </a:r>
            <a:r>
              <a:rPr lang="en-IN" sz="1800" dirty="0">
                <a:solidFill>
                  <a:srgbClr val="000000"/>
                </a:solidFill>
                <a:effectLst/>
                <a:latin typeface="Calibri" panose="020F0502020204030204" pitchFamily="34" charset="0"/>
                <a:ea typeface="Calibri" panose="020F0502020204030204" pitchFamily="34" charset="0"/>
              </a:rPr>
              <a:t>n</a:t>
            </a:r>
            <a:r>
              <a:rPr lang="en-IN" sz="1800" spc="5" dirty="0">
                <a:solidFill>
                  <a:srgbClr val="000000"/>
                </a:solidFill>
                <a:effectLst/>
                <a:latin typeface="Calibri" panose="020F0502020204030204" pitchFamily="34" charset="0"/>
                <a:ea typeface="Calibri" panose="020F0502020204030204" pitchFamily="34" charset="0"/>
              </a:rPr>
              <a:t>g</a:t>
            </a:r>
            <a:r>
              <a:rPr lang="en-IN" sz="1800" dirty="0">
                <a:solidFill>
                  <a:srgbClr val="000000"/>
                </a:solidFill>
                <a:effectLst/>
                <a:latin typeface="Calibri" panose="020F0502020204030204" pitchFamily="34" charset="0"/>
                <a:ea typeface="Calibri" panose="020F0502020204030204" pitchFamily="34" charset="0"/>
              </a:rPr>
              <a:t>uage</a:t>
            </a:r>
            <a:r>
              <a:rPr lang="en-IN" sz="1800" spc="10"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MAT</a:t>
            </a:r>
            <a:r>
              <a:rPr lang="en-IN" sz="1800" spc="5" dirty="0">
                <a:solidFill>
                  <a:srgbClr val="000000"/>
                </a:solidFill>
                <a:effectLst/>
                <a:latin typeface="Calibri" panose="020F0502020204030204" pitchFamily="34" charset="0"/>
                <a:ea typeface="Calibri" panose="020F0502020204030204" pitchFamily="34" charset="0"/>
              </a:rPr>
              <a:t>L</a:t>
            </a:r>
            <a:r>
              <a:rPr lang="en-IN" sz="1800" dirty="0">
                <a:solidFill>
                  <a:srgbClr val="000000"/>
                </a:solidFill>
                <a:effectLst/>
                <a:latin typeface="Calibri" panose="020F0502020204030204" pitchFamily="34" charset="0"/>
                <a:ea typeface="Calibri" panose="020F0502020204030204" pitchFamily="34" charset="0"/>
              </a:rPr>
              <a:t>AB</a:t>
            </a:r>
            <a:endParaRPr lang="en-IN" sz="1800" dirty="0">
              <a:effectLst/>
              <a:latin typeface="Calibri" panose="020F0502020204030204" pitchFamily="34" charset="0"/>
              <a:ea typeface="Calibri" panose="020F0502020204030204" pitchFamily="34" charset="0"/>
            </a:endParaRPr>
          </a:p>
          <a:p>
            <a:r>
              <a:rPr lang="en-IN" sz="1800" dirty="0">
                <a:solidFill>
                  <a:srgbClr val="000000"/>
                </a:solidFill>
                <a:effectLst/>
                <a:latin typeface="Calibri" panose="020F0502020204030204" pitchFamily="34" charset="0"/>
                <a:ea typeface="Calibri" panose="020F0502020204030204" pitchFamily="34" charset="0"/>
              </a:rPr>
              <a:t>Development Kit</a:t>
            </a:r>
            <a:r>
              <a:rPr lang="en-IN" sz="1800" spc="1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used</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 MA</a:t>
            </a:r>
            <a:r>
              <a:rPr lang="en-IN" sz="1800" spc="5" dirty="0">
                <a:solidFill>
                  <a:srgbClr val="000000"/>
                </a:solidFill>
                <a:effectLst/>
                <a:latin typeface="Calibri" panose="020F0502020204030204" pitchFamily="34" charset="0"/>
                <a:ea typeface="Calibri" panose="020F0502020204030204" pitchFamily="34" charset="0"/>
              </a:rPr>
              <a:t>T</a:t>
            </a:r>
            <a:r>
              <a:rPr lang="en-IN" sz="1800" dirty="0">
                <a:solidFill>
                  <a:srgbClr val="000000"/>
                </a:solidFill>
                <a:effectLst/>
                <a:latin typeface="Calibri" panose="020F0502020204030204" pitchFamily="34" charset="0"/>
                <a:ea typeface="Calibri" panose="020F0502020204030204" pitchFamily="34" charset="0"/>
              </a:rPr>
              <a:t>LAB</a:t>
            </a:r>
            <a:r>
              <a:rPr lang="en-IN" sz="1800" spc="5" dirty="0">
                <a:solidFill>
                  <a:srgbClr val="000000"/>
                </a:solidFill>
                <a:effectLst/>
                <a:latin typeface="Calibri" panose="020F0502020204030204" pitchFamily="34" charset="0"/>
                <a:ea typeface="Calibri" panose="020F0502020204030204" pitchFamily="34" charset="0"/>
              </a:rPr>
              <a:t> </a:t>
            </a:r>
            <a:r>
              <a:rPr lang="en-IN" sz="1800" dirty="0">
                <a:solidFill>
                  <a:srgbClr val="000000"/>
                </a:solidFill>
                <a:effectLst/>
                <a:latin typeface="Calibri" panose="020F0502020204030204" pitchFamily="34" charset="0"/>
                <a:ea typeface="Calibri" panose="020F0502020204030204" pitchFamily="34" charset="0"/>
              </a:rPr>
              <a:t>R2014</a:t>
            </a:r>
            <a:r>
              <a:rPr lang="en-IN" sz="1800" spc="5" dirty="0">
                <a:solidFill>
                  <a:srgbClr val="000000"/>
                </a:solidFill>
                <a:effectLst/>
                <a:latin typeface="Calibri" panose="020F0502020204030204" pitchFamily="34" charset="0"/>
                <a:ea typeface="Calibri" panose="020F0502020204030204" pitchFamily="34" charset="0"/>
              </a:rPr>
              <a:t>b</a:t>
            </a:r>
            <a:endParaRPr lang="en-IN" spc="5" dirty="0">
              <a:solidFill>
                <a:srgbClr val="000000"/>
              </a:solidFill>
              <a:latin typeface="Calibri" panose="020F0502020204030204" pitchFamily="34" charset="0"/>
              <a:ea typeface="Calibri" panose="020F0502020204030204" pitchFamily="34" charset="0"/>
            </a:endParaRPr>
          </a:p>
          <a:p>
            <a:endParaRPr lang="en-IN" dirty="0"/>
          </a:p>
        </p:txBody>
      </p:sp>
      <p:sp>
        <p:nvSpPr>
          <p:cNvPr id="6" name="Text Placeholder 5">
            <a:extLst>
              <a:ext uri="{FF2B5EF4-FFF2-40B4-BE49-F238E27FC236}">
                <a16:creationId xmlns:a16="http://schemas.microsoft.com/office/drawing/2014/main" id="{EBA44FF3-B5B2-3018-6765-5009354C0CF3}"/>
              </a:ext>
            </a:extLst>
          </p:cNvPr>
          <p:cNvSpPr>
            <a:spLocks noGrp="1"/>
          </p:cNvSpPr>
          <p:nvPr>
            <p:ph type="body" sz="quarter" idx="3"/>
          </p:nvPr>
        </p:nvSpPr>
        <p:spPr/>
        <p:txBody>
          <a:bodyPr/>
          <a:lstStyle/>
          <a:p>
            <a:r>
              <a:rPr lang="en-IN" dirty="0"/>
              <a:t>Hardware</a:t>
            </a:r>
          </a:p>
        </p:txBody>
      </p:sp>
      <p:sp>
        <p:nvSpPr>
          <p:cNvPr id="7" name="Content Placeholder 6">
            <a:extLst>
              <a:ext uri="{FF2B5EF4-FFF2-40B4-BE49-F238E27FC236}">
                <a16:creationId xmlns:a16="http://schemas.microsoft.com/office/drawing/2014/main" id="{E9EAD184-857F-1B77-A105-4A9DE6DFCA67}"/>
              </a:ext>
            </a:extLst>
          </p:cNvPr>
          <p:cNvSpPr>
            <a:spLocks noGrp="1"/>
          </p:cNvSpPr>
          <p:nvPr>
            <p:ph sz="quarter" idx="4"/>
          </p:nvPr>
        </p:nvSpPr>
        <p:spPr/>
        <p:txBody>
          <a:bodyPr/>
          <a:lstStyle/>
          <a:p>
            <a:r>
              <a:rPr lang="en-IN" dirty="0"/>
              <a:t>Any device capable of capturing live video and image.</a:t>
            </a:r>
          </a:p>
        </p:txBody>
      </p:sp>
    </p:spTree>
    <p:extLst>
      <p:ext uri="{BB962C8B-B14F-4D97-AF65-F5344CB8AC3E}">
        <p14:creationId xmlns:p14="http://schemas.microsoft.com/office/powerpoint/2010/main" val="1052737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2" name="Title 1">
            <a:extLst>
              <a:ext uri="{FF2B5EF4-FFF2-40B4-BE49-F238E27FC236}">
                <a16:creationId xmlns:a16="http://schemas.microsoft.com/office/drawing/2014/main" id="{4B43CDBC-1A1F-4B6D-9977-C8087FAB4F1B}"/>
              </a:ext>
            </a:extLst>
          </p:cNvPr>
          <p:cNvSpPr>
            <a:spLocks noGrp="1"/>
          </p:cNvSpPr>
          <p:nvPr>
            <p:ph type="title"/>
          </p:nvPr>
        </p:nvSpPr>
        <p:spPr>
          <a:xfrm>
            <a:off x="982133" y="457201"/>
            <a:ext cx="7704667" cy="756137"/>
          </a:xfrm>
        </p:spPr>
        <p:txBody>
          <a:bodyPr>
            <a:normAutofit/>
          </a:bodyPr>
          <a:lstStyle/>
          <a:p>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0B8C94D9-9D76-EE98-1EC7-ECCD2E977054}"/>
              </a:ext>
            </a:extLst>
          </p:cNvPr>
          <p:cNvSpPr>
            <a:spLocks noGrp="1"/>
          </p:cNvSpPr>
          <p:nvPr>
            <p:ph idx="1"/>
          </p:nvPr>
        </p:nvSpPr>
        <p:spPr>
          <a:xfrm>
            <a:off x="982133" y="2461847"/>
            <a:ext cx="7704667" cy="3103684"/>
          </a:xfrm>
        </p:spPr>
        <p:txBody>
          <a:bodyPr>
            <a:normAutofit/>
          </a:bodyPr>
          <a:lstStyle/>
          <a:p>
            <a:pPr marL="0" indent="0">
              <a:buNone/>
            </a:pP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This</a:t>
            </a:r>
            <a:r>
              <a:rPr lang="en-IN" sz="2000" spc="102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proj</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ct</a:t>
            </a:r>
            <a:r>
              <a:rPr lang="en-IN" sz="2000" spc="103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demons</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20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2000" spc="102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real</a:t>
            </a:r>
            <a:r>
              <a:rPr lang="en-IN" sz="2000" spc="103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time</a:t>
            </a:r>
            <a:r>
              <a:rPr lang="en-IN" sz="2000" spc="103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tendance marking and</a:t>
            </a:r>
            <a:r>
              <a:rPr lang="en-IN" sz="20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managem</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nt. It will help in many ways. We </a:t>
            </a:r>
            <a:r>
              <a:rPr lang="en-IN"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are</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successfully starting work on it. It wont only help faculty to take attendance but also check total attendance of students.</a:t>
            </a:r>
          </a:p>
          <a:p>
            <a:pPr marL="0" indent="0">
              <a:buNone/>
            </a:pPr>
            <a:r>
              <a:rPr lang="en-IN" sz="2000" spc="23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SAMS</a:t>
            </a:r>
            <a:r>
              <a:rPr lang="en-IN" sz="2000" spc="23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can</a:t>
            </a:r>
            <a:r>
              <a:rPr lang="en-IN" sz="2000" spc="23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be</a:t>
            </a:r>
            <a:r>
              <a:rPr lang="en-IN" sz="2000" spc="23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impr</a:t>
            </a:r>
            <a:r>
              <a:rPr lang="en-IN" sz="20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2000" spc="23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by adding</a:t>
            </a:r>
            <a:r>
              <a:rPr lang="en-IN" sz="2000" spc="12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more</a:t>
            </a:r>
            <a:r>
              <a:rPr lang="en-IN" sz="2000" spc="12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20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ages</a:t>
            </a:r>
            <a:r>
              <a:rPr lang="en-IN" sz="2000" spc="12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and</a:t>
            </a:r>
            <a:r>
              <a:rPr lang="en-IN" sz="2000" spc="1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ria</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le</a:t>
            </a:r>
            <a:r>
              <a:rPr lang="en-IN" sz="2000" spc="1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poses</a:t>
            </a:r>
            <a:r>
              <a:rPr lang="en-IN" sz="2000" spc="1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of</a:t>
            </a:r>
            <a:r>
              <a:rPr lang="en-IN" sz="2000" spc="12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2000" spc="1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studen</a:t>
            </a:r>
            <a:r>
              <a:rPr lang="en-IN" sz="20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2000" spc="1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 make</a:t>
            </a:r>
            <a:r>
              <a:rPr lang="en-IN" sz="2000" spc="28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cognition</a:t>
            </a:r>
            <a:r>
              <a:rPr lang="en-IN" sz="2000" spc="27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full</a:t>
            </a:r>
            <a:r>
              <a:rPr lang="en-IN" sz="2000" spc="27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proof.</a:t>
            </a:r>
            <a:r>
              <a:rPr lang="en-IN" sz="2000" spc="27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he</a:t>
            </a:r>
            <a:r>
              <a:rPr lang="en-IN" sz="2000" spc="28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Web</a:t>
            </a:r>
            <a:r>
              <a:rPr lang="en-IN" sz="2000" spc="28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based</a:t>
            </a:r>
            <a:r>
              <a:rPr lang="en-IN" sz="2000" spc="26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chitec</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a:t>
            </a:r>
            <a:r>
              <a:rPr lang="en-IN" sz="20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 can</a:t>
            </a:r>
            <a:r>
              <a:rPr lang="en-IN" sz="2000" spc="19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be</a:t>
            </a:r>
            <a:r>
              <a:rPr lang="en-IN" sz="2000" spc="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ized</a:t>
            </a:r>
            <a:r>
              <a:rPr lang="en-IN" sz="2000" spc="19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fur</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her</a:t>
            </a:r>
            <a:r>
              <a:rPr lang="en-IN" sz="2000" spc="19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by</a:t>
            </a:r>
            <a:r>
              <a:rPr lang="en-IN" sz="2000" spc="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mai</a:t>
            </a:r>
            <a:r>
              <a:rPr lang="en-IN" sz="20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ng</a:t>
            </a:r>
            <a:r>
              <a:rPr lang="en-IN" sz="2000" spc="19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2000" spc="19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databases</a:t>
            </a:r>
            <a:r>
              <a:rPr lang="en-IN" sz="2000" spc="19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on</a:t>
            </a:r>
            <a:r>
              <a:rPr lang="en-IN" sz="2000" spc="18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r</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mote</a:t>
            </a:r>
            <a:r>
              <a:rPr lang="en-IN" sz="2000" spc="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ser</a:t>
            </a:r>
            <a:r>
              <a:rPr lang="en-IN" sz="20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t>
            </a: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er</a:t>
            </a:r>
            <a:r>
              <a:rPr lang="en-IN" sz="2000" spc="1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9970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2" name="Title 1">
            <a:extLst>
              <a:ext uri="{FF2B5EF4-FFF2-40B4-BE49-F238E27FC236}">
                <a16:creationId xmlns:a16="http://schemas.microsoft.com/office/drawing/2014/main" id="{4B43CDBC-1A1F-4B6D-9977-C8087FAB4F1B}"/>
              </a:ext>
            </a:extLst>
          </p:cNvPr>
          <p:cNvSpPr>
            <a:spLocks noGrp="1"/>
          </p:cNvSpPr>
          <p:nvPr>
            <p:ph type="title"/>
          </p:nvPr>
        </p:nvSpPr>
        <p:spPr>
          <a:xfrm>
            <a:off x="982133" y="457201"/>
            <a:ext cx="7704667" cy="756137"/>
          </a:xfrm>
        </p:spPr>
        <p:txBody>
          <a:bodyPr>
            <a:normAutofit/>
          </a:bodyPr>
          <a:lstStyle/>
          <a:p>
            <a:r>
              <a:rPr lang="en-IN" b="1" dirty="0">
                <a:latin typeface="Times New Roman" panose="02020603050405020304" pitchFamily="18" charset="0"/>
                <a:cs typeface="Times New Roman" panose="02020603050405020304" pitchFamily="18" charset="0"/>
              </a:rPr>
              <a:t>Reference</a:t>
            </a:r>
          </a:p>
        </p:txBody>
      </p:sp>
      <p:sp>
        <p:nvSpPr>
          <p:cNvPr id="3" name="Content Placeholder 2">
            <a:extLst>
              <a:ext uri="{FF2B5EF4-FFF2-40B4-BE49-F238E27FC236}">
                <a16:creationId xmlns:a16="http://schemas.microsoft.com/office/drawing/2014/main" id="{0B8C94D9-9D76-EE98-1EC7-ECCD2E977054}"/>
              </a:ext>
            </a:extLst>
          </p:cNvPr>
          <p:cNvSpPr>
            <a:spLocks noGrp="1"/>
          </p:cNvSpPr>
          <p:nvPr>
            <p:ph idx="1"/>
          </p:nvPr>
        </p:nvSpPr>
        <p:spPr>
          <a:xfrm>
            <a:off x="982133" y="1424354"/>
            <a:ext cx="7704667" cy="4756638"/>
          </a:xfrm>
        </p:spPr>
        <p:txBody>
          <a:bodyPr>
            <a:noAutofit/>
          </a:bodyPr>
          <a:lstStyle/>
          <a:p>
            <a:pPr marL="342900" lvl="0" indent="-342900">
              <a:lnSpc>
                <a:spcPct val="107000"/>
              </a:lnSpc>
              <a:buFont typeface="Wingdings" panose="05000000000000000000" pitchFamily="2" charset="2"/>
              <a:buChar char=""/>
            </a:pPr>
            <a:r>
              <a:rPr lang="en-IN"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a:t>
            </a:r>
            <a:r>
              <a:rPr lang="en-IN" sz="2000" b="1"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oo</a:t>
            </a:r>
            <a:r>
              <a:rPr lang="en-IN"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ks</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marR="385445">
              <a:lnSpc>
                <a:spcPct val="107000"/>
              </a:lnSpc>
            </a:pP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Face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ification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ing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er</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or</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ing o</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pu</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spc="-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Comp</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ter</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rn Rec</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gn</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 </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CVPR0</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 P</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7</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r>
              <a:rPr lang="en-IN" sz="1600" spc="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7</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R="349250">
              <a:lnSpc>
                <a:spcPct val="109000"/>
              </a:lnSpc>
            </a:pP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Navneet 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 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 Bill</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Trigg</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H</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gr</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ms</a:t>
            </a:r>
            <a:r>
              <a:rPr lang="en-IN" sz="1600" spc="2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of o</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nted g</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ad</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nts for</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man</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spc="-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EEE C</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mp</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ter</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ty Co</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nce on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Comp</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ter </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 a</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Pattern R</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gni</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VPR). p</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8</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8</a:t>
            </a:r>
            <a:r>
              <a:rPr lang="en-IN" sz="1600" spc="2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8</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9</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Viol</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ob</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ust </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-time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ject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Detecti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IJCV</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01</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R="81915">
              <a:lnSpc>
                <a:spcPct val="109000"/>
              </a:lnSpc>
            </a:pP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rma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lya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 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sh</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 Saha;</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udy</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of</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impl</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ting a</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endan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ce syst</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ing</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face rec</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gni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tech</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qu</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en-IN"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We</a:t>
            </a:r>
            <a:r>
              <a:rPr lang="en-IN" sz="2000" b="1"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a:t>
            </a:r>
            <a:r>
              <a:rPr lang="en-IN" sz="20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sites</a:t>
            </a: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pPr>
            <a:r>
              <a:rPr lang="en-IN" sz="1600" spc="-2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hlinkClick r:id="rId3"/>
              </a:rPr>
              <a:t>H</a:t>
            </a:r>
            <a:r>
              <a:rPr lang="en-IN" sz="1600" spc="-2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3"/>
              </a:rPr>
              <a:t>t</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3"/>
              </a:rPr>
              <a:t>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3"/>
              </a:rPr>
              <a:t>p</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3"/>
              </a:rPr>
              <a:t>://</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3"/>
              </a:rPr>
              <a:t>w</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3"/>
              </a:rPr>
              <a:t>ww.</a:t>
            </a:r>
            <a:r>
              <a:rPr lang="en-IN" sz="1600" spc="-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3"/>
              </a:rPr>
              <a:t>x</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3"/>
              </a:rPr>
              <a:t>ip</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3"/>
              </a:rPr>
              <a:t>i</a:t>
            </a:r>
            <a:r>
              <a:rPr lang="en-IN" sz="1600" spc="-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3"/>
              </a:rPr>
              <a:t>a</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3"/>
              </a:rPr>
              <a:t>ste</a:t>
            </a:r>
            <a:r>
              <a:rPr lang="en-IN" sz="1600" spc="-1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3"/>
              </a:rPr>
              <a:t>c.</a:t>
            </a:r>
            <a:r>
              <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3"/>
              </a:rPr>
              <a:t>com/</a:t>
            </a:r>
            <a:endPar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pPr>
            <a:r>
              <a:rPr lang="en-IN" sz="1600" dirty="0">
                <a:effectLst/>
                <a:latin typeface="Times New Roman" panose="02020603050405020304" pitchFamily="18" charset="0"/>
                <a:ea typeface="Calibri" panose="020F0502020204030204" pitchFamily="34" charset="0"/>
                <a:cs typeface="Times New Roman" panose="02020603050405020304" pitchFamily="18" charset="0"/>
                <a:hlinkClick r:id="rId4"/>
              </a:rPr>
              <a:t>https://towardsdatascience.com/hog-histogram-of-oriented-gradients-67ecd887675f</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0371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2" name="Title 1">
            <a:extLst>
              <a:ext uri="{FF2B5EF4-FFF2-40B4-BE49-F238E27FC236}">
                <a16:creationId xmlns:a16="http://schemas.microsoft.com/office/drawing/2014/main" id="{0D72C274-95E4-3CD7-8788-7541140E0AC5}"/>
              </a:ext>
            </a:extLst>
          </p:cNvPr>
          <p:cNvSpPr>
            <a:spLocks noGrp="1"/>
          </p:cNvSpPr>
          <p:nvPr>
            <p:ph type="title"/>
          </p:nvPr>
        </p:nvSpPr>
        <p:spPr>
          <a:xfrm>
            <a:off x="982133" y="457200"/>
            <a:ext cx="7704667" cy="6057899"/>
          </a:xfrm>
        </p:spPr>
        <p:txBody>
          <a:bodyPr>
            <a:normAutofit/>
          </a:bodyPr>
          <a:lstStyle/>
          <a:p>
            <a:pPr marL="12700" marR="0" lvl="0" indent="0" rtl="0">
              <a:lnSpc>
                <a:spcPct val="100000"/>
              </a:lnSpc>
              <a:spcBef>
                <a:spcPts val="0"/>
              </a:spcBef>
              <a:spcAft>
                <a:spcPts val="0"/>
              </a:spcAft>
            </a:pPr>
            <a:r>
              <a:rPr lang="en-US" sz="8000" b="0" i="0" u="none" dirty="0">
                <a:solidFill>
                  <a:srgbClr val="C00000"/>
                </a:solidFill>
                <a:latin typeface="Times New Roman" panose="02020603050405020304" pitchFamily="18" charset="0"/>
                <a:ea typeface="Arimo"/>
                <a:cs typeface="Times New Roman" panose="02020603050405020304" pitchFamily="18" charset="0"/>
                <a:sym typeface="Arimo"/>
              </a:rPr>
              <a:t>T</a:t>
            </a:r>
            <a:r>
              <a:rPr lang="en-US" sz="8000" b="0" i="0" u="none" dirty="0">
                <a:solidFill>
                  <a:srgbClr val="000000"/>
                </a:solidFill>
                <a:latin typeface="Times New Roman" panose="02020603050405020304" pitchFamily="18" charset="0"/>
                <a:ea typeface="Arimo"/>
                <a:cs typeface="Times New Roman" panose="02020603050405020304" pitchFamily="18" charset="0"/>
                <a:sym typeface="Arimo"/>
              </a:rPr>
              <a:t>han</a:t>
            </a:r>
            <a:r>
              <a:rPr lang="en-US" sz="8000" b="0" i="0" u="none" dirty="0">
                <a:solidFill>
                  <a:srgbClr val="C00000"/>
                </a:solidFill>
                <a:latin typeface="Times New Roman" panose="02020603050405020304" pitchFamily="18" charset="0"/>
                <a:ea typeface="Arimo"/>
                <a:cs typeface="Times New Roman" panose="02020603050405020304" pitchFamily="18" charset="0"/>
                <a:sym typeface="Arimo"/>
              </a:rPr>
              <a:t>k</a:t>
            </a:r>
            <a:r>
              <a:rPr lang="en-US" sz="8000" b="0" i="0" u="none" dirty="0">
                <a:solidFill>
                  <a:srgbClr val="000000"/>
                </a:solidFill>
                <a:latin typeface="Times New Roman" panose="02020603050405020304" pitchFamily="18" charset="0"/>
                <a:ea typeface="Arimo"/>
                <a:cs typeface="Times New Roman" panose="02020603050405020304" pitchFamily="18" charset="0"/>
                <a:sym typeface="Arimo"/>
              </a:rPr>
              <a:t> Y</a:t>
            </a:r>
            <a:r>
              <a:rPr lang="en-US" sz="8000" b="0" i="0" u="none" dirty="0">
                <a:solidFill>
                  <a:srgbClr val="C00000"/>
                </a:solidFill>
                <a:latin typeface="Times New Roman" panose="02020603050405020304" pitchFamily="18" charset="0"/>
                <a:ea typeface="Arimo"/>
                <a:cs typeface="Times New Roman" panose="02020603050405020304" pitchFamily="18" charset="0"/>
                <a:sym typeface="Arimo"/>
              </a:rPr>
              <a:t>o</a:t>
            </a:r>
            <a:r>
              <a:rPr lang="en-US" sz="8000" b="0" i="0" u="none" dirty="0">
                <a:solidFill>
                  <a:srgbClr val="000000"/>
                </a:solidFill>
                <a:latin typeface="Times New Roman" panose="02020603050405020304" pitchFamily="18" charset="0"/>
                <a:ea typeface="Arimo"/>
                <a:cs typeface="Times New Roman" panose="02020603050405020304" pitchFamily="18" charset="0"/>
                <a:sym typeface="Arimo"/>
              </a:rPr>
              <a:t>u..</a:t>
            </a:r>
            <a:r>
              <a:rPr lang="en-US" sz="8000" b="0" i="0" u="none" dirty="0">
                <a:solidFill>
                  <a:srgbClr val="C00000"/>
                </a:solidFill>
                <a:latin typeface="Times New Roman" panose="02020603050405020304" pitchFamily="18" charset="0"/>
                <a:ea typeface="Arimo"/>
                <a:cs typeface="Times New Roman" panose="02020603050405020304" pitchFamily="18" charset="0"/>
                <a:sym typeface="Arimo"/>
              </a:rPr>
              <a:t>!</a:t>
            </a:r>
            <a:br>
              <a:rPr lang="en-US" sz="8000" dirty="0">
                <a:latin typeface="Times New Roman" panose="02020603050405020304" pitchFamily="18" charset="0"/>
                <a:cs typeface="Times New Roman" panose="02020603050405020304" pitchFamily="18" charset="0"/>
              </a:rPr>
            </a:br>
            <a:br>
              <a:rPr lang="en-US" sz="8000" b="0" i="0" u="none" dirty="0">
                <a:solidFill>
                  <a:srgbClr val="C00000"/>
                </a:solidFill>
                <a:latin typeface="Times New Roman" panose="02020603050405020304" pitchFamily="18" charset="0"/>
                <a:ea typeface="Arimo"/>
                <a:cs typeface="Times New Roman" panose="02020603050405020304" pitchFamily="18" charset="0"/>
                <a:sym typeface="Arimo"/>
              </a:rPr>
            </a:br>
            <a:r>
              <a:rPr lang="en-US" sz="8000" b="0" i="0" u="none" dirty="0">
                <a:solidFill>
                  <a:srgbClr val="C00000"/>
                </a:solidFill>
                <a:latin typeface="Times New Roman" panose="02020603050405020304" pitchFamily="18" charset="0"/>
                <a:ea typeface="Arimo"/>
                <a:cs typeface="Times New Roman" panose="02020603050405020304" pitchFamily="18" charset="0"/>
                <a:sym typeface="Arimo"/>
              </a:rPr>
              <a:t>Any Questions?</a:t>
            </a:r>
            <a:endParaRPr lang="en-IN" sz="8000" dirty="0"/>
          </a:p>
        </p:txBody>
      </p:sp>
    </p:spTree>
    <p:extLst>
      <p:ext uri="{BB962C8B-B14F-4D97-AF65-F5344CB8AC3E}">
        <p14:creationId xmlns:p14="http://schemas.microsoft.com/office/powerpoint/2010/main" val="24648540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263</TotalTime>
  <Words>1556</Words>
  <Application>Microsoft Office PowerPoint</Application>
  <PresentationFormat>On-screen Show (4:3)</PresentationFormat>
  <Paragraphs>106</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Corbel</vt:lpstr>
      <vt:lpstr>Courier New</vt:lpstr>
      <vt:lpstr>Times New Roman</vt:lpstr>
      <vt:lpstr>Calibri</vt:lpstr>
      <vt:lpstr>Arial</vt:lpstr>
      <vt:lpstr>Arimo</vt:lpstr>
      <vt:lpstr>Wingdings</vt:lpstr>
      <vt:lpstr>Parallax</vt:lpstr>
      <vt:lpstr>PowerPoint Presentation</vt:lpstr>
      <vt:lpstr>Table of content</vt:lpstr>
      <vt:lpstr>Abstract </vt:lpstr>
      <vt:lpstr>Introduction</vt:lpstr>
      <vt:lpstr>Overview</vt:lpstr>
      <vt:lpstr>Proposed System</vt:lpstr>
      <vt:lpstr>Proposed System Cont.</vt:lpstr>
      <vt:lpstr>Proposed System Cont.</vt:lpstr>
      <vt:lpstr>Proposed System Cont.  Face Detection</vt:lpstr>
      <vt:lpstr>Proposed System Cont.   Face Recognition</vt:lpstr>
      <vt:lpstr>Proposed System Cont.   How HOG Works</vt:lpstr>
      <vt:lpstr>Proposed System Cont.   How HOG Works cont.</vt:lpstr>
      <vt:lpstr>Proposed System Cont.   Error Correction Output Coding (ECOC)</vt:lpstr>
      <vt:lpstr>Proposed System Cont.   ECOC cont.</vt:lpstr>
      <vt:lpstr>Characteristics of proposed system</vt:lpstr>
      <vt:lpstr>Requirements</vt:lpstr>
      <vt:lpstr>Conclusion</vt:lpstr>
      <vt:lpstr>Reference</vt:lpstr>
      <vt:lpstr>Thank You..!  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Hemraj Patel</cp:lastModifiedBy>
  <cp:revision>20</cp:revision>
  <dcterms:modified xsi:type="dcterms:W3CDTF">2023-03-04T08:36:57Z</dcterms:modified>
</cp:coreProperties>
</file>